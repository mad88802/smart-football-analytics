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1.wmf"/><Relationship Id="rId4" Type="http://schemas.openxmlformats.org/officeDocument/2006/relationships/image" Target="../media/image1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637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150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753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91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11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06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385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14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19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4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4408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718936" y="2852936"/>
            <a:ext cx="10801146" cy="220824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814955" y="275692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26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777225" y="2340178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854950" y="2417910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2497201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967985"/>
            <a:ext cx="9292823" cy="2151884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82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777225" y="1962047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854950" y="2039779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8" y="2119070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1" y="2589855"/>
            <a:ext cx="4098724" cy="315116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6277591" y="1959983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6355316" y="2037714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849184" y="2117006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306567" y="2587790"/>
            <a:ext cx="4098724" cy="315116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95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1876403"/>
            <a:ext cx="6443876" cy="2208245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5748124" y="2202047"/>
            <a:ext cx="6443876" cy="2208245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56641" y="2069094"/>
            <a:ext cx="4934654" cy="18826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710601" y="2403572"/>
            <a:ext cx="4934654" cy="18826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4074294"/>
            <a:ext cx="6468055" cy="79353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FD497C">
                    <a:lumMod val="20000"/>
                    <a:lumOff val="80000"/>
                  </a:srgbClr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FD497C">
                    <a:lumMod val="20000"/>
                    <a:lumOff val="80000"/>
                  </a:srgbClr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5721828" y="2133277"/>
            <a:ext cx="6470171" cy="79353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553025" y="4232388"/>
            <a:ext cx="4942318" cy="126247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703501" y="4486492"/>
            <a:ext cx="4942318" cy="126247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6578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24137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08714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164872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324416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3714948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777225" y="4560709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854950" y="4638441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4717732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5188517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3160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0" y="224137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08714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164872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3244164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0" y="3714948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776469" y="4564592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854195" y="4642324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348062" y="4721615"/>
            <a:ext cx="4951672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805445" y="5192399"/>
            <a:ext cx="9292823" cy="85016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684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777225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854950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8817" y="1770594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201" y="2241379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777225" y="3890264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854950" y="396799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8817" y="4047287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1" y="4518071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6248557" y="1615605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6326282" y="169333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6820149" y="1772628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7277533" y="2243412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6248557" y="3892297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6326282" y="3970029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820149" y="4049320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277533" y="4520105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018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1604798"/>
            <a:ext cx="12191999" cy="358164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18936" y="5438176"/>
            <a:ext cx="10801146" cy="793291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14955" y="534216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431696"/>
            <a:ext cx="12192000" cy="76441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02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4655715" y="1604797"/>
            <a:ext cx="7536285" cy="312034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1604797"/>
            <a:ext cx="4655715" cy="31203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18936" y="1844824"/>
            <a:ext cx="3600712" cy="2688299"/>
          </a:xfrm>
        </p:spPr>
        <p:txBody>
          <a:bodyPr anchor="b">
            <a:normAutofit/>
          </a:bodyPr>
          <a:lstStyle>
            <a:lvl1pPr algn="r">
              <a:defRPr sz="2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645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4797"/>
            <a:ext cx="2975383" cy="3120347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2975383" y="1604797"/>
            <a:ext cx="5713129" cy="3120347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8688512" y="1604797"/>
            <a:ext cx="3503487" cy="3120347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1" y="4725144"/>
            <a:ext cx="2975940" cy="960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975940" y="4725144"/>
            <a:ext cx="5712500" cy="96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正方形/長方形 15"/>
          <p:cNvSpPr/>
          <p:nvPr userDrawn="1"/>
        </p:nvSpPr>
        <p:spPr>
          <a:xfrm>
            <a:off x="8688512" y="4725144"/>
            <a:ext cx="3503487" cy="960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89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4051237" y="2022707"/>
            <a:ext cx="1578183" cy="157804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>
            <a:off x="6671177" y="2022706"/>
            <a:ext cx="1578183" cy="157804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9291117" y="2022706"/>
            <a:ext cx="1578183" cy="157804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円/楕円 55"/>
          <p:cNvSpPr/>
          <p:nvPr userDrawn="1"/>
        </p:nvSpPr>
        <p:spPr>
          <a:xfrm>
            <a:off x="1429401" y="2022705"/>
            <a:ext cx="1578183" cy="157804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円/楕円 48"/>
          <p:cNvSpPr/>
          <p:nvPr userDrawn="1"/>
        </p:nvSpPr>
        <p:spPr>
          <a:xfrm>
            <a:off x="3949628" y="1954974"/>
            <a:ext cx="1578183" cy="157804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6569568" y="1954973"/>
            <a:ext cx="1578183" cy="15780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円/楕円 50"/>
          <p:cNvSpPr/>
          <p:nvPr userDrawn="1"/>
        </p:nvSpPr>
        <p:spPr>
          <a:xfrm>
            <a:off x="9189508" y="1954972"/>
            <a:ext cx="1578183" cy="157804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1327792" y="1954972"/>
            <a:ext cx="1578183" cy="15780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3996939" y="1988842"/>
            <a:ext cx="1578183" cy="157804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6616879" y="1988842"/>
            <a:ext cx="1578183" cy="15780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9236819" y="1988841"/>
            <a:ext cx="1578183" cy="15780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375103" y="1988840"/>
            <a:ext cx="1578183" cy="15780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4503319" y="2495179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7123260" y="2495178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9743199" y="2495177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1881483" y="2495177"/>
            <a:ext cx="565421" cy="565372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36417" y="3667685"/>
            <a:ext cx="245555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25527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083980" y="419574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538839" y="3666122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546099" y="4252357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3704552" y="4194181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63041" y="3667685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166671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6325124" y="4195744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787242" y="3667685"/>
            <a:ext cx="2477334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87242" y="4253920"/>
            <a:ext cx="2477334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8945696" y="4195744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6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5164467" y="1887240"/>
            <a:ext cx="1967237" cy="19670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>
            <a:off x="8605058" y="1887240"/>
            <a:ext cx="1967237" cy="19670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円/楕円 55"/>
          <p:cNvSpPr/>
          <p:nvPr userDrawn="1"/>
        </p:nvSpPr>
        <p:spPr>
          <a:xfrm>
            <a:off x="1723876" y="1887238"/>
            <a:ext cx="1967237" cy="19670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円/楕円 48"/>
          <p:cNvSpPr/>
          <p:nvPr userDrawn="1"/>
        </p:nvSpPr>
        <p:spPr>
          <a:xfrm>
            <a:off x="5062858" y="1819507"/>
            <a:ext cx="1967237" cy="19670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8503449" y="1819506"/>
            <a:ext cx="1967237" cy="19670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1622267" y="1819505"/>
            <a:ext cx="1967237" cy="19670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110169" y="1853376"/>
            <a:ext cx="1967237" cy="196706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8550760" y="1853375"/>
            <a:ext cx="1967237" cy="1967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9578" y="1853374"/>
            <a:ext cx="1967237" cy="19670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6105" y="3904247"/>
            <a:ext cx="309078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4151" y="4490482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577508" y="443230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534794" y="3902684"/>
            <a:ext cx="3118201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536625" y="4488919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039982" y="4430743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975277" y="3904247"/>
            <a:ext cx="3118201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973478" y="4490482"/>
            <a:ext cx="3135357" cy="142868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8476836" y="443230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714199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157881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601563" y="2563011"/>
            <a:ext cx="1865628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719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382869" y="1652803"/>
            <a:ext cx="789091" cy="7890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593286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20487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22253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318550" y="23443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4213610" y="1652803"/>
            <a:ext cx="789091" cy="7890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4424027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035615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053272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5149291" y="234430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8040889" y="1652803"/>
            <a:ext cx="789091" cy="78902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8251306" y="186320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86289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8055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8976570" y="234430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390778" y="3818632"/>
            <a:ext cx="789091" cy="78902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601195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21278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230440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326459" y="451013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4221519" y="3818632"/>
            <a:ext cx="789091" cy="7890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4431936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5043524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5061181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5157200" y="451013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8048798" y="3818632"/>
            <a:ext cx="789091" cy="7890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8259215" y="4029031"/>
            <a:ext cx="368259" cy="368227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887080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8888459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8984479" y="4510130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450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382869" y="1652803"/>
            <a:ext cx="789091" cy="7890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20487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22253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318550" y="234430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4213610" y="1652803"/>
            <a:ext cx="789091" cy="78902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035615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053272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5149291" y="234430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8040889" y="1652803"/>
            <a:ext cx="789091" cy="78902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862894" y="1816242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80551" y="240247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8976570" y="234430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円/楕円 49"/>
          <p:cNvSpPr/>
          <p:nvPr userDrawn="1"/>
        </p:nvSpPr>
        <p:spPr>
          <a:xfrm>
            <a:off x="390778" y="3818632"/>
            <a:ext cx="789091" cy="78902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21278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230440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326459" y="451013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円/楕円 54"/>
          <p:cNvSpPr/>
          <p:nvPr userDrawn="1"/>
        </p:nvSpPr>
        <p:spPr>
          <a:xfrm>
            <a:off x="4221519" y="3818632"/>
            <a:ext cx="789091" cy="7890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5043524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5061181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5157200" y="451013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8048798" y="3818632"/>
            <a:ext cx="789091" cy="7890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6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8870802" y="3982071"/>
            <a:ext cx="284740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8888459" y="4568307"/>
            <a:ext cx="2872661" cy="1314555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8984479" y="4510130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09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円/楕円 38"/>
          <p:cNvSpPr/>
          <p:nvPr userDrawn="1"/>
        </p:nvSpPr>
        <p:spPr>
          <a:xfrm>
            <a:off x="4198704" y="4487658"/>
            <a:ext cx="541352" cy="5413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1378735" y="2148031"/>
            <a:ext cx="3373912" cy="337361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977278" y="2543300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円/楕円 41"/>
          <p:cNvSpPr/>
          <p:nvPr userDrawn="1"/>
        </p:nvSpPr>
        <p:spPr>
          <a:xfrm>
            <a:off x="1269469" y="2065267"/>
            <a:ext cx="3373912" cy="337361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78735" y="2148031"/>
            <a:ext cx="3277893" cy="327760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514564" y="2052020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433368" y="2083891"/>
            <a:ext cx="288057" cy="28803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4867212" y="4231558"/>
            <a:ext cx="324692" cy="324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5341171" y="2853952"/>
            <a:ext cx="5822435" cy="2578013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5437190" y="273169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5341171" y="2086482"/>
            <a:ext cx="5822435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4280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2972488" y="2275085"/>
            <a:ext cx="2681623" cy="268139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1630623" y="4043348"/>
            <a:ext cx="1944955" cy="194478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246536" y="1861776"/>
            <a:ext cx="2053478" cy="20532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4784115" y="4840556"/>
            <a:ext cx="541352" cy="5413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049571" y="4110206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178797" y="1790262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920134" y="2218873"/>
            <a:ext cx="2651041" cy="2650811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606675" y="4012103"/>
            <a:ext cx="1895548" cy="189538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602682" y="3544278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円/楕円 32"/>
          <p:cNvSpPr/>
          <p:nvPr userDrawn="1"/>
        </p:nvSpPr>
        <p:spPr>
          <a:xfrm>
            <a:off x="1376435" y="3771059"/>
            <a:ext cx="288057" cy="28803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円/楕円 33"/>
          <p:cNvSpPr/>
          <p:nvPr userDrawn="1"/>
        </p:nvSpPr>
        <p:spPr>
          <a:xfrm>
            <a:off x="4245655" y="5237278"/>
            <a:ext cx="324692" cy="324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6109413" y="1613571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6187138" y="1691303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6681005" y="1770594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7138389" y="2241379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6109413" y="3890264"/>
            <a:ext cx="994797" cy="994883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6187138" y="3967996"/>
            <a:ext cx="839345" cy="8394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681005" y="4047287"/>
            <a:ext cx="4746654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138389" y="4518071"/>
            <a:ext cx="4289271" cy="1481167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4354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6443807" y="1624809"/>
            <a:ext cx="1170920" cy="117081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696748" y="3947886"/>
            <a:ext cx="1170920" cy="117081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6347074" y="2417828"/>
            <a:ext cx="5844927" cy="250251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3976" y="4342259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806201" y="4847771"/>
            <a:ext cx="4058079" cy="1412725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7099170" y="1797976"/>
            <a:ext cx="4556106" cy="526901"/>
          </a:xfrm>
        </p:spPr>
        <p:txBody>
          <a:bodyPr anchor="b">
            <a:no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339890" y="4978398"/>
            <a:ext cx="5175776" cy="1088574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755009"/>
            <a:ext cx="5844927" cy="2502515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360470" y="4782456"/>
            <a:ext cx="672555" cy="67249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7444284" y="1245020"/>
            <a:ext cx="585460" cy="58540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4257525"/>
            <a:ext cx="5844927" cy="628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6347074" y="2354618"/>
            <a:ext cx="5844927" cy="628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>
                  <a:lumMod val="20000"/>
                  <a:lumOff val="80000"/>
                </a:srgbClr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50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921504" y="1828574"/>
            <a:ext cx="2102048" cy="21018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812238" y="1745809"/>
            <a:ext cx="2102048" cy="21018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902745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3693080" y="1828574"/>
            <a:ext cx="2102048" cy="21018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583814" y="1745809"/>
            <a:ext cx="2102048" cy="21018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674320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464656" y="1828574"/>
            <a:ext cx="2102048" cy="21018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6355389" y="1745809"/>
            <a:ext cx="2102048" cy="21018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6445896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9236232" y="1828574"/>
            <a:ext cx="2102048" cy="21018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9126966" y="1745809"/>
            <a:ext cx="2102048" cy="210186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9217473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88587" y="3992092"/>
            <a:ext cx="2651984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0250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48703" y="474523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347170" y="3990529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467146" y="4811231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3625600" y="474367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27533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44042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6402496" y="4745238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07896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9020939" y="4812794"/>
            <a:ext cx="2477334" cy="10956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9179393" y="4745238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688684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3465581" y="4321975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242477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9019374" y="4323538"/>
            <a:ext cx="2477334" cy="382623"/>
          </a:xfrm>
        </p:spPr>
        <p:txBody>
          <a:bodyPr anchor="t">
            <a:noAutofit/>
          </a:bodyPr>
          <a:lstStyle>
            <a:lvl1pPr algn="ctr">
              <a:defRPr sz="12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35106" y="6288526"/>
            <a:ext cx="720142" cy="365125"/>
          </a:xfrm>
        </p:spPr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05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921504" y="1828574"/>
            <a:ext cx="2102048" cy="210186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812238" y="1745809"/>
            <a:ext cx="2102048" cy="210186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902745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3693080" y="1828574"/>
            <a:ext cx="2102048" cy="2101866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583814" y="1745809"/>
            <a:ext cx="2102048" cy="210186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674320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464656" y="1828574"/>
            <a:ext cx="2102048" cy="21018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6355389" y="1745809"/>
            <a:ext cx="2102048" cy="21018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6445896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9236232" y="1828574"/>
            <a:ext cx="2102048" cy="21018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9126966" y="1745809"/>
            <a:ext cx="2102048" cy="210186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9217473" y="1800438"/>
            <a:ext cx="2042226" cy="2042049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88587" y="3992092"/>
            <a:ext cx="2651984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0250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48703" y="4453690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347170" y="3990529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467146" y="4519683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3625600" y="4452128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127533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44042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6402496" y="4453690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07896" y="3992092"/>
            <a:ext cx="2675506" cy="480053"/>
          </a:xfrm>
        </p:spPr>
        <p:txBody>
          <a:bodyPr anchor="t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9020939" y="4521246"/>
            <a:ext cx="2477334" cy="1265537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9179393" y="4453690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35106" y="6288526"/>
            <a:ext cx="720142" cy="365125"/>
          </a:xfrm>
        </p:spPr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75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3123376" y="3707015"/>
            <a:ext cx="688391" cy="68833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3804659" y="4343357"/>
            <a:ext cx="270677" cy="27065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905020" y="1877068"/>
            <a:ext cx="2775610" cy="27753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664615" y="1932630"/>
            <a:ext cx="912180" cy="9121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795754" y="1794303"/>
            <a:ext cx="2775610" cy="27753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886260" y="1877067"/>
            <a:ext cx="2696619" cy="269638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2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418597" y="1480280"/>
            <a:ext cx="377157" cy="3771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61262" y="4785754"/>
            <a:ext cx="377590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33242" y="5201608"/>
            <a:ext cx="3431947" cy="382623"/>
          </a:xfrm>
        </p:spPr>
        <p:txBody>
          <a:bodyPr anchor="t">
            <a:noAutofit/>
          </a:bodyPr>
          <a:lstStyle>
            <a:lvl1pPr algn="ctr">
              <a:defRPr sz="1333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124188" y="1671101"/>
            <a:ext cx="3752310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141845" y="2257337"/>
            <a:ext cx="3724726" cy="144967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4237864" y="219916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4237864" y="3842550"/>
            <a:ext cx="552844" cy="5527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4323138" y="3927817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4237863" y="4554531"/>
            <a:ext cx="552844" cy="5527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4323137" y="4639799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4237864" y="5266513"/>
            <a:ext cx="552844" cy="5527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4323138" y="5351781"/>
            <a:ext cx="382297" cy="38226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4790708" y="3878922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4790708" y="4590903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4790708" y="5302885"/>
            <a:ext cx="3086399" cy="480053"/>
          </a:xfrm>
        </p:spPr>
        <p:txBody>
          <a:bodyPr anchor="ctr">
            <a:noAutofit/>
          </a:bodyPr>
          <a:lstStyle>
            <a:lvl1pPr algn="l">
              <a:defRPr sz="12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7986229" y="1668842"/>
            <a:ext cx="3374611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8099905" y="2196900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7979723" y="2404053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8066814" y="2804650"/>
            <a:ext cx="3425697" cy="287203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7979723" y="3275051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8066814" y="3675649"/>
            <a:ext cx="3425697" cy="287203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979723" y="4146050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8066814" y="4546647"/>
            <a:ext cx="3425697" cy="287203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7979723" y="5017049"/>
            <a:ext cx="3431947" cy="382623"/>
          </a:xfrm>
        </p:spPr>
        <p:txBody>
          <a:bodyPr anchor="t">
            <a:noAutofit/>
          </a:bodyPr>
          <a:lstStyle>
            <a:lvl1pPr algn="l">
              <a:defRPr sz="1333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8066814" y="5417646"/>
            <a:ext cx="3425697" cy="287203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904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3689249"/>
            <a:ext cx="12192000" cy="9071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4339" y="3689249"/>
            <a:ext cx="1914789" cy="907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0293515" y="3689247"/>
            <a:ext cx="1898486" cy="907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7527983" y="3689247"/>
            <a:ext cx="2774219" cy="907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4698984" y="3689247"/>
            <a:ext cx="2774219" cy="90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1924765" y="3689248"/>
            <a:ext cx="2774219" cy="907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1715910" y="3531405"/>
            <a:ext cx="406435" cy="406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4495766" y="3531405"/>
            <a:ext cx="406435" cy="406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7286275" y="3531405"/>
            <a:ext cx="406435" cy="406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0073260" y="3531405"/>
            <a:ext cx="406435" cy="40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104213" y="3023163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02904" y="2568384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02904" y="1619312"/>
            <a:ext cx="3032446" cy="823041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838914" y="2525922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884069" y="3974632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182761" y="4419738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3618770" y="4919142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182761" y="5054232"/>
            <a:ext cx="3032446" cy="8230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674578" y="3008648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973270" y="2553869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973270" y="1604798"/>
            <a:ext cx="3032446" cy="823041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6409279" y="2511408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477993" y="3974632"/>
            <a:ext cx="1629829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776684" y="4419738"/>
            <a:ext cx="3032446" cy="480053"/>
          </a:xfrm>
        </p:spPr>
        <p:txBody>
          <a:bodyPr anchor="t">
            <a:noAutofit/>
          </a:bodyPr>
          <a:lstStyle>
            <a:lvl1pPr algn="ctr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212694" y="4919142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776684" y="5054232"/>
            <a:ext cx="3032446" cy="823041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651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392594" y="3606090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3948192"/>
            <a:ext cx="418276" cy="304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25748" y="2982608"/>
            <a:ext cx="1271293" cy="304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7" name="円/楕円 36"/>
          <p:cNvSpPr/>
          <p:nvPr userDrawn="1"/>
        </p:nvSpPr>
        <p:spPr>
          <a:xfrm>
            <a:off x="676719" y="2277536"/>
            <a:ext cx="169348" cy="1693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605769" y="3823734"/>
            <a:ext cx="279422" cy="27939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885191" y="3948192"/>
            <a:ext cx="1697367" cy="304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2558131" y="3597475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2291285" y="4910233"/>
            <a:ext cx="1271293" cy="304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2842257" y="5476454"/>
            <a:ext cx="169348" cy="16933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8" name="円/楕円 47"/>
          <p:cNvSpPr/>
          <p:nvPr userDrawn="1"/>
        </p:nvSpPr>
        <p:spPr>
          <a:xfrm>
            <a:off x="2774518" y="3823072"/>
            <a:ext cx="279422" cy="2793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9" name="正方形/長方形 48"/>
          <p:cNvSpPr/>
          <p:nvPr userDrawn="1"/>
        </p:nvSpPr>
        <p:spPr>
          <a:xfrm>
            <a:off x="3053940" y="3947533"/>
            <a:ext cx="1697367" cy="304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4726880" y="3608972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4460034" y="2985489"/>
            <a:ext cx="1271293" cy="304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2" name="円/楕円 51"/>
          <p:cNvSpPr/>
          <p:nvPr userDrawn="1"/>
        </p:nvSpPr>
        <p:spPr>
          <a:xfrm>
            <a:off x="5011006" y="2280417"/>
            <a:ext cx="169348" cy="1693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4947484" y="3823734"/>
            <a:ext cx="279422" cy="27939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5226906" y="3948192"/>
            <a:ext cx="1697367" cy="304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6899846" y="3597475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6633000" y="4910233"/>
            <a:ext cx="1271293" cy="304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7183971" y="5476454"/>
            <a:ext cx="169348" cy="1693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円/楕円 59"/>
          <p:cNvSpPr/>
          <p:nvPr userDrawn="1"/>
        </p:nvSpPr>
        <p:spPr>
          <a:xfrm>
            <a:off x="7116233" y="3823072"/>
            <a:ext cx="279422" cy="2793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1" name="正方形/長方形 60"/>
          <p:cNvSpPr/>
          <p:nvPr userDrawn="1"/>
        </p:nvSpPr>
        <p:spPr>
          <a:xfrm>
            <a:off x="7395655" y="3947533"/>
            <a:ext cx="1697367" cy="304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9068595" y="3608972"/>
            <a:ext cx="707119" cy="719757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8801748" y="2985489"/>
            <a:ext cx="1271293" cy="304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4" name="円/楕円 63"/>
          <p:cNvSpPr/>
          <p:nvPr userDrawn="1"/>
        </p:nvSpPr>
        <p:spPr>
          <a:xfrm>
            <a:off x="9352720" y="2280417"/>
            <a:ext cx="169348" cy="16933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9286174" y="3823734"/>
            <a:ext cx="279422" cy="27939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5191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89678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985155" y="2619056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9444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209971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14458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5309935" y="261905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51922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550722" y="2180232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555209" y="268399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9650686" y="2619056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859978" y="1792545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053940" y="4421711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3058427" y="492547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3153904" y="4860535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2346262" y="5641924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398137" y="4421711"/>
            <a:ext cx="2452425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402624" y="4925474"/>
            <a:ext cx="2452425" cy="82304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7498100" y="4860535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6690458" y="5641924"/>
            <a:ext cx="1164374" cy="480053"/>
          </a:xfrm>
        </p:spPr>
        <p:txBody>
          <a:bodyPr anchor="t">
            <a:noAutofit/>
          </a:bodyPr>
          <a:lstStyle>
            <a:lvl1pPr algn="ctr">
              <a:defRPr sz="2133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9565595" y="3948191"/>
            <a:ext cx="2626405" cy="304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07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2517304"/>
            <a:ext cx="12191999" cy="129857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二等辺三角形 7"/>
          <p:cNvSpPr/>
          <p:nvPr userDrawn="1"/>
        </p:nvSpPr>
        <p:spPr>
          <a:xfrm>
            <a:off x="5362892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2336060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二等辺三角形 7"/>
          <p:cNvSpPr/>
          <p:nvPr userDrawn="1"/>
        </p:nvSpPr>
        <p:spPr>
          <a:xfrm>
            <a:off x="7236329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4209497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二等辺三角形 7"/>
          <p:cNvSpPr/>
          <p:nvPr userDrawn="1"/>
        </p:nvSpPr>
        <p:spPr>
          <a:xfrm>
            <a:off x="9109767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6082934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二等辺三角形 7"/>
          <p:cNvSpPr/>
          <p:nvPr userDrawn="1"/>
        </p:nvSpPr>
        <p:spPr>
          <a:xfrm>
            <a:off x="10983204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7956372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二等辺三角形 7"/>
          <p:cNvSpPr/>
          <p:nvPr userDrawn="1"/>
        </p:nvSpPr>
        <p:spPr>
          <a:xfrm>
            <a:off x="3489455" y="2205301"/>
            <a:ext cx="630117" cy="311381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462623" y="3815257"/>
            <a:ext cx="634470" cy="312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718936" y="4780193"/>
            <a:ext cx="10801146" cy="1170662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4955" y="4684183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2412195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4285632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6159069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8032507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538758" y="2775910"/>
            <a:ext cx="3499354" cy="78011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116373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2993718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4871063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6748407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8625751" y="2852220"/>
            <a:ext cx="2382179" cy="580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400617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3136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554047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4934970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7315868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9696778" y="1579249"/>
            <a:ext cx="2304390" cy="32868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173582" y="4363360"/>
            <a:ext cx="2304192" cy="502708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2554381" y="4363360"/>
            <a:ext cx="2304192" cy="502708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9696778" y="4363360"/>
            <a:ext cx="2304192" cy="502708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7315980" y="4363360"/>
            <a:ext cx="2304192" cy="502708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4935068" y="4363360"/>
            <a:ext cx="2304192" cy="502708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18936" y="5109186"/>
            <a:ext cx="10801146" cy="1020369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814955" y="5013176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705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1844824"/>
            <a:ext cx="4753324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平行四辺形 11"/>
          <p:cNvSpPr/>
          <p:nvPr userDrawn="1"/>
        </p:nvSpPr>
        <p:spPr>
          <a:xfrm>
            <a:off x="1200104" y="2564904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82310" y="1964837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2400208" y="3653025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平行四辺形 22"/>
          <p:cNvSpPr/>
          <p:nvPr userDrawn="1"/>
        </p:nvSpPr>
        <p:spPr>
          <a:xfrm>
            <a:off x="3599122" y="4741146"/>
            <a:ext cx="3553220" cy="36804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1200104" y="2932945"/>
            <a:ext cx="4753324" cy="72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2400209" y="4021065"/>
            <a:ext cx="4753324" cy="72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3599122" y="5109187"/>
            <a:ext cx="4753324" cy="72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81474" y="3052958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2681711" y="4141079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3883022" y="5229200"/>
            <a:ext cx="4352422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799743" y="1778951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400456" y="5047088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999981" y="2866576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231293" y="3955193"/>
            <a:ext cx="3696731" cy="856096"/>
          </a:xfrm>
        </p:spPr>
        <p:txBody>
          <a:bodyPr anchor="ctr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182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19817" y="5651836"/>
            <a:ext cx="4451740" cy="4802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3951593" y="4430292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3951593" y="4430291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6538285" y="3208747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6538284" y="3208746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9124977" y="1987203"/>
            <a:ext cx="480331" cy="1701834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正方形/長方形 16"/>
          <p:cNvSpPr/>
          <p:nvPr userDrawn="1"/>
        </p:nvSpPr>
        <p:spPr>
          <a:xfrm>
            <a:off x="9124977" y="1987202"/>
            <a:ext cx="3067023" cy="480289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4591374" y="4910580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00ACE2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00ACE2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7178489" y="3689036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87C32F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87C32F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9765607" y="2467492"/>
            <a:ext cx="1358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srgbClr val="FD497C">
                    <a:lumMod val="60000"/>
                    <a:lumOff val="40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FD497C">
                  <a:lumMod val="60000"/>
                  <a:lumOff val="40000"/>
                </a:srgbClr>
              </a:solidFill>
              <a:effectLst/>
              <a:uLnTx/>
              <a:uFillTx/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6081211" y="4430291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6"/>
          <p:cNvSpPr/>
          <p:nvPr userDrawn="1"/>
        </p:nvSpPr>
        <p:spPr>
          <a:xfrm>
            <a:off x="3483242" y="5651836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直角三角形 26"/>
          <p:cNvSpPr/>
          <p:nvPr userDrawn="1"/>
        </p:nvSpPr>
        <p:spPr>
          <a:xfrm>
            <a:off x="8668482" y="3205702"/>
            <a:ext cx="936701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15860" y="4329480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6481" y="4833243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501015" y="476830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1736" y="3112336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112356" y="3616098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4106891" y="3551160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10415" y="1886392"/>
            <a:ext cx="3234444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01035" y="2390154"/>
            <a:ext cx="3248311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6695569" y="232521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00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4024165" y="2092719"/>
            <a:ext cx="4002631" cy="605404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2258787" y="3387727"/>
            <a:ext cx="4002631" cy="605404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640568" y="3465088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385590" y="3552220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509245" y="4682737"/>
            <a:ext cx="4002631" cy="605404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60188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1493180" y="8014598"/>
            <a:ext cx="997539" cy="1690186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2116300" y="1643371"/>
            <a:ext cx="6582505" cy="487466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4072367" y="4848671"/>
            <a:ext cx="273562" cy="273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1" name="円/楕円 100"/>
          <p:cNvSpPr/>
          <p:nvPr userDrawn="1"/>
        </p:nvSpPr>
        <p:spPr>
          <a:xfrm>
            <a:off x="7588032" y="2258651"/>
            <a:ext cx="273562" cy="273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91027" y="4760098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636048" y="4847230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5830199" y="3553661"/>
            <a:ext cx="273562" cy="273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405947" y="2170079"/>
            <a:ext cx="2926334" cy="480053"/>
          </a:xfrm>
        </p:spPr>
        <p:txBody>
          <a:bodyPr anchor="ctr">
            <a:noAutofit/>
          </a:bodyPr>
          <a:lstStyle>
            <a:lvl1pPr algn="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50968" y="2257211"/>
            <a:ext cx="3306636" cy="1130516"/>
          </a:xfrm>
        </p:spPr>
        <p:txBody>
          <a:bodyPr anchor="t">
            <a:no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942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520635" y="2273935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520635" y="3181195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5520635" y="4088455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5520635" y="4995715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1105" y="2133836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1105" y="3042255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1105" y="3950674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1105" y="4859092"/>
            <a:ext cx="5669394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22560" y="2199155"/>
            <a:ext cx="4596590" cy="3316275"/>
          </a:xfrm>
        </p:spPr>
        <p:txBody>
          <a:bodyPr anchor="ctr">
            <a:noAutofit/>
          </a:bodyPr>
          <a:lstStyle>
            <a:lvl1pPr algn="ctr">
              <a:defRPr sz="2667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765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520635" y="1768178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520635" y="2675438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5520635" y="3582698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5520635" y="4489958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5520635" y="5397218"/>
            <a:ext cx="432085" cy="432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1105" y="1628080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1105" y="2536498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1105" y="3444917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1105" y="4353336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001105" y="5261754"/>
            <a:ext cx="5727456" cy="718922"/>
          </a:xfrm>
        </p:spPr>
        <p:txBody>
          <a:bodyPr anchor="ctr">
            <a:normAutofit/>
          </a:bodyPr>
          <a:lstStyle>
            <a:lvl1pPr algn="l">
              <a:defRPr sz="1333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22560" y="2150775"/>
            <a:ext cx="4596590" cy="3316275"/>
          </a:xfrm>
        </p:spPr>
        <p:txBody>
          <a:bodyPr anchor="ctr">
            <a:noAutofit/>
          </a:bodyPr>
          <a:lstStyle>
            <a:lvl1pPr algn="ctr">
              <a:defRPr sz="2667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761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831177" y="5275016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831177" y="4364761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831177" y="1633997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831177" y="2544252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831177" y="3454506"/>
            <a:ext cx="10530542" cy="72690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0705880" y="1721621"/>
            <a:ext cx="552048" cy="5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0705880" y="2631537"/>
            <a:ext cx="552048" cy="5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0705880" y="3541791"/>
            <a:ext cx="552048" cy="55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0705880" y="4452385"/>
            <a:ext cx="552048" cy="5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B143DD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0705880" y="5362641"/>
            <a:ext cx="552048" cy="55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615536" y="1637991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4615536" y="2548246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615536" y="3458500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615536" y="4368755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15536" y="5279010"/>
            <a:ext cx="5997966" cy="718922"/>
          </a:xfrm>
        </p:spPr>
        <p:txBody>
          <a:bodyPr anchor="ctr">
            <a:norm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923547" y="1721283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923547" y="2631537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923547" y="5362302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923547" y="3541792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923547" y="4452047"/>
            <a:ext cx="3408340" cy="55233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ute 159 Light" pitchFamily="50" charset="0"/>
              <a:cs typeface="+mn-cs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20532" y="1815608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20532" y="5456627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120532" y="2725862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120532" y="3636116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120532" y="4546371"/>
            <a:ext cx="3014368" cy="363689"/>
          </a:xfrm>
        </p:spPr>
        <p:txBody>
          <a:bodyPr anchor="ctr">
            <a:noAutofit/>
          </a:bodyPr>
          <a:lstStyle>
            <a:lvl1pPr algn="ctr">
              <a:defRPr sz="1867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440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2909455"/>
            <a:ext cx="12193058" cy="1736436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1662013" y="4424382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3306141" y="3373548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4950268" y="4074104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6594395" y="3023270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8238523" y="3723826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9882650" y="2672992"/>
            <a:ext cx="474208" cy="47416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6516829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746704" y="4509065"/>
            <a:ext cx="304826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3390832" y="3458231"/>
            <a:ext cx="304826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4959" y="4158787"/>
            <a:ext cx="304826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6679086" y="3107953"/>
            <a:ext cx="304826" cy="30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8323214" y="3808509"/>
            <a:ext cx="304826" cy="3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9967341" y="2757675"/>
            <a:ext cx="304826" cy="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52705" y="4999454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46934" y="5503217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818904" y="543827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179734" y="2777971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173962" y="1905181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2445932" y="2757676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54249" y="4658522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848477" y="5162285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4120447" y="5097346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475849" y="2473411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470078" y="1600621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5742048" y="2453116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133266" y="4299008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7127494" y="4802770"/>
            <a:ext cx="2704369" cy="815548"/>
          </a:xfrm>
        </p:spPr>
        <p:txBody>
          <a:bodyPr anchor="t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7399464" y="4737832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764104" y="2112953"/>
            <a:ext cx="2692824" cy="480053"/>
          </a:xfrm>
        </p:spPr>
        <p:txBody>
          <a:bodyPr anchor="b">
            <a:noAutofit/>
          </a:bodyPr>
          <a:lstStyle>
            <a:lvl1pPr algn="ctr">
              <a:defRPr sz="1867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58332" y="1240163"/>
            <a:ext cx="2704369" cy="815548"/>
          </a:xfrm>
        </p:spPr>
        <p:txBody>
          <a:bodyPr anchor="b">
            <a:noAutofit/>
          </a:bodyPr>
          <a:lstStyle>
            <a:lvl1pPr algn="ct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9030303" y="2092658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40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>
            <a:off x="5941698" y="2849639"/>
            <a:ext cx="1166081" cy="116598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5941696" y="2849639"/>
            <a:ext cx="1166081" cy="116598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5941698" y="1683659"/>
            <a:ext cx="1166081" cy="116598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00ACE2">
                  <a:lumMod val="75000"/>
                </a:srgbClr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5941748" y="4015569"/>
            <a:ext cx="1165980" cy="116608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5941749" y="4015568"/>
            <a:ext cx="1165980" cy="116608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7107830" y="4015569"/>
            <a:ext cx="1165980" cy="1166081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4775615" y="4015620"/>
            <a:ext cx="1166081" cy="116598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直角三角形 16"/>
          <p:cNvSpPr/>
          <p:nvPr userDrawn="1"/>
        </p:nvSpPr>
        <p:spPr>
          <a:xfrm>
            <a:off x="4775616" y="4015621"/>
            <a:ext cx="1166081" cy="116598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4775615" y="5181601"/>
            <a:ext cx="1166081" cy="116598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4775664" y="2849590"/>
            <a:ext cx="1165980" cy="1166081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4775663" y="2849591"/>
            <a:ext cx="1165980" cy="1166081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3609582" y="2849590"/>
            <a:ext cx="1165980" cy="1166081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6168437" y="3550362"/>
            <a:ext cx="240027" cy="2696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6168427" y="4247059"/>
            <a:ext cx="240047" cy="269619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5427390" y="4247048"/>
            <a:ext cx="240027" cy="2696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5412583" y="3565169"/>
            <a:ext cx="240047" cy="269619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599178" y="2943639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599178" y="467568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4857311" y="4675680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857311" y="2943639"/>
            <a:ext cx="416830" cy="416794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7141647" y="2873826"/>
            <a:ext cx="388588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7141648" y="3265715"/>
            <a:ext cx="4374976" cy="633787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989123" y="5225143"/>
            <a:ext cx="388588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5989124" y="5617033"/>
            <a:ext cx="4374976" cy="633787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55853" y="4108913"/>
            <a:ext cx="388588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512883" y="4500803"/>
            <a:ext cx="4222891" cy="633787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007421" y="1733189"/>
            <a:ext cx="388588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1664451" y="2125079"/>
            <a:ext cx="4222891" cy="633787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047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483957" y="1988581"/>
            <a:ext cx="11708043" cy="1650504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325279" y="2909557"/>
            <a:ext cx="11866721" cy="888193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483957" y="3989855"/>
            <a:ext cx="11708043" cy="1650504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325279" y="3831191"/>
            <a:ext cx="11866721" cy="888193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srgbClr val="5BB8D1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7199748" y="2220269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7199748" y="3138210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7199748" y="4047801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199748" y="4957392"/>
            <a:ext cx="419744" cy="419708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715354" y="2032666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715354" y="2962109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715354" y="3879073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715354" y="4796373"/>
            <a:ext cx="3982326" cy="788131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94931" y="2014562"/>
            <a:ext cx="4560902" cy="147542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933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94931" y="4211308"/>
            <a:ext cx="4560902" cy="170323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01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5950263" y="2692400"/>
            <a:ext cx="91932" cy="41656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6149804" y="2190480"/>
            <a:ext cx="91932" cy="466752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6349344" y="3326113"/>
            <a:ext cx="91934" cy="353188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5750722" y="4895273"/>
            <a:ext cx="91933" cy="196272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5551182" y="3790920"/>
            <a:ext cx="90826" cy="306708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6548886" y="4461746"/>
            <a:ext cx="91932" cy="23962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3894768" y="870805"/>
            <a:ext cx="91201" cy="5001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747465" y="2983785"/>
            <a:ext cx="775922" cy="7758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2463512" y="1848153"/>
            <a:ext cx="775922" cy="7758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771260" y="4119419"/>
            <a:ext cx="775922" cy="7758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0565276" y="3448592"/>
            <a:ext cx="775922" cy="77585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8957360" y="2350072"/>
            <a:ext cx="775922" cy="775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9345321" y="4547113"/>
            <a:ext cx="775922" cy="7758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4506565" y="2418693"/>
            <a:ext cx="91201" cy="41773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4638969" y="678913"/>
            <a:ext cx="91200" cy="31143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7451124" y="1191539"/>
            <a:ext cx="91200" cy="30929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8085623" y="1256479"/>
            <a:ext cx="91200" cy="51600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7567273" y="3072889"/>
            <a:ext cx="91200" cy="3724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6150532" y="2190475"/>
            <a:ext cx="91200" cy="91208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6350074" y="3326111"/>
            <a:ext cx="91200" cy="91208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6549615" y="4461741"/>
            <a:ext cx="91200" cy="91208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5550804" y="3790916"/>
            <a:ext cx="91200" cy="91208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5950267" y="2692395"/>
            <a:ext cx="91200" cy="91208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5751539" y="4889435"/>
            <a:ext cx="91200" cy="91208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2666712" y="2051335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9160559" y="255325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950664" y="3186967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1974459" y="4322601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0768476" y="365177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9548520" y="4750294"/>
            <a:ext cx="369523" cy="369491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39435" y="1764679"/>
            <a:ext cx="280203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3237897" y="2307114"/>
            <a:ext cx="2513639" cy="67667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529692" y="2901480"/>
            <a:ext cx="3735493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528153" y="3443914"/>
            <a:ext cx="3746268" cy="610849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548720" y="4037112"/>
            <a:ext cx="2802036" cy="480053"/>
          </a:xfrm>
        </p:spPr>
        <p:txBody>
          <a:bodyPr anchor="t">
            <a:noAutofit/>
          </a:bodyPr>
          <a:lstStyle>
            <a:lvl1pPr algn="l">
              <a:defRPr sz="2133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2547182" y="4579547"/>
            <a:ext cx="2782663" cy="676671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555813" y="2271802"/>
            <a:ext cx="2401547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548886" y="2783600"/>
            <a:ext cx="2408474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6835502" y="3339098"/>
            <a:ext cx="3704195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6824817" y="3850897"/>
            <a:ext cx="3714880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6833456" y="4468842"/>
            <a:ext cx="2493036" cy="480053"/>
          </a:xfrm>
        </p:spPr>
        <p:txBody>
          <a:bodyPr anchor="t">
            <a:noAutofit/>
          </a:bodyPr>
          <a:lstStyle>
            <a:lvl1pPr algn="r">
              <a:defRPr sz="2133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826265" y="4980640"/>
            <a:ext cx="2500227" cy="610849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229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4167542" y="4019490"/>
            <a:ext cx="1113281" cy="1113185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6911178" y="2464344"/>
            <a:ext cx="1113281" cy="1113185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6911178" y="4019490"/>
            <a:ext cx="1113281" cy="1113185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4167542" y="2464344"/>
            <a:ext cx="1113281" cy="1113185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539360" y="4850284"/>
            <a:ext cx="1113281" cy="1113185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5539360" y="1652302"/>
            <a:ext cx="1113281" cy="1113185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4927234" y="2639371"/>
            <a:ext cx="2337532" cy="2337329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738395" y="1713494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738395" y="221725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8835164" y="2152318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738395" y="3230204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738395" y="373396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8835164" y="3669028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738395" y="4746915"/>
            <a:ext cx="3188562" cy="480053"/>
          </a:xfrm>
        </p:spPr>
        <p:txBody>
          <a:bodyPr anchor="b">
            <a:noAutofit/>
          </a:bodyPr>
          <a:lstStyle>
            <a:lvl1pPr algn="l">
              <a:defRPr sz="1867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8738395" y="5250677"/>
            <a:ext cx="3202232" cy="815548"/>
          </a:xfrm>
        </p:spPr>
        <p:txBody>
          <a:bodyPr anchor="t"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8835164" y="5185739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491942" y="1715620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78272" y="2219382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432985" y="2154444"/>
            <a:ext cx="2160427" cy="480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491942" y="3232329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478272" y="3736092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432985" y="3671154"/>
            <a:ext cx="2160427" cy="48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491942" y="4749040"/>
            <a:ext cx="3188562" cy="480053"/>
          </a:xfrm>
        </p:spPr>
        <p:txBody>
          <a:bodyPr anchor="b">
            <a:noAutofit/>
          </a:bodyPr>
          <a:lstStyle>
            <a:lvl1pPr algn="r">
              <a:defRPr sz="1867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478272" y="5252803"/>
            <a:ext cx="3202232" cy="815548"/>
          </a:xfrm>
        </p:spPr>
        <p:txBody>
          <a:bodyPr anchor="t">
            <a:noAutofit/>
          </a:bodyPr>
          <a:lstStyle>
            <a:lvl1pPr algn="r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432985" y="5187864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6744890" y="1726795"/>
            <a:ext cx="1888169" cy="392291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8212328" y="3365455"/>
            <a:ext cx="425666" cy="389796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3764365" y="5215467"/>
            <a:ext cx="1780574" cy="603973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3696626" y="3686629"/>
            <a:ext cx="735454" cy="290285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3720818" y="2140858"/>
            <a:ext cx="774163" cy="280609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7994375" y="5176762"/>
            <a:ext cx="638684" cy="127294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5882757" y="1974349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7264766" y="2798587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7264766" y="4353732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5882757" y="5191693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4515332" y="4353732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4515332" y="2798587"/>
            <a:ext cx="444738" cy="444699"/>
          </a:xfrm>
        </p:spPr>
        <p:txBody>
          <a:bodyPr>
            <a:normAutofit/>
          </a:bodyPr>
          <a:lstStyle>
            <a:lvl1pPr>
              <a:defRPr sz="733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5143774" y="3106058"/>
            <a:ext cx="1901104" cy="1441751"/>
          </a:xfrm>
        </p:spPr>
        <p:txBody>
          <a:bodyPr anchor="ctr">
            <a:noAutofit/>
          </a:bodyPr>
          <a:lstStyle>
            <a:lvl1pPr algn="ctr">
              <a:defRPr sz="24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163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3440524"/>
            <a:ext cx="5182864" cy="1826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1614416"/>
            <a:ext cx="5182864" cy="1826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7009136" y="3440522"/>
            <a:ext cx="5182864" cy="1826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6476154" y="3707892"/>
            <a:ext cx="1291256" cy="1291368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7009136" y="1614412"/>
            <a:ext cx="5182864" cy="1826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6476154" y="1881780"/>
            <a:ext cx="1291256" cy="129136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4425837" y="3707892"/>
            <a:ext cx="1291256" cy="1291368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4425837" y="1881780"/>
            <a:ext cx="1291256" cy="1291368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4537236" y="1881785"/>
            <a:ext cx="1291256" cy="1291368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4537236" y="1881785"/>
            <a:ext cx="1291256" cy="1291368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6363508" y="1881784"/>
            <a:ext cx="1291256" cy="1291368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6363508" y="1881784"/>
            <a:ext cx="1291256" cy="1291368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4537236" y="3707898"/>
            <a:ext cx="1291256" cy="1291368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4537236" y="3707898"/>
            <a:ext cx="1291256" cy="1291368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6363507" y="3707897"/>
            <a:ext cx="1291256" cy="1291368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6363507" y="3707897"/>
            <a:ext cx="1291256" cy="1291368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4822999" y="1987718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6649270" y="1987718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4823000" y="3813831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6649271" y="3813831"/>
            <a:ext cx="719729" cy="1079500"/>
          </a:xfrm>
        </p:spPr>
        <p:txBody>
          <a:bodyPr anchor="ctr">
            <a:noAutofit/>
          </a:bodyPr>
          <a:lstStyle>
            <a:lvl1pPr algn="ctr"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417570" y="1692446"/>
            <a:ext cx="3574404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5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417347" y="3518554"/>
            <a:ext cx="3574404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3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8076898" y="1692446"/>
            <a:ext cx="3623650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1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8076674" y="3518553"/>
            <a:ext cx="3623650" cy="1670050"/>
          </a:xfrm>
        </p:spPr>
        <p:txBody>
          <a:bodyPr anchor="ctr">
            <a:normAutofit/>
          </a:bodyPr>
          <a:lstStyle>
            <a:lvl1pPr marL="228611" indent="-228611">
              <a:buClr>
                <a:schemeClr val="accent2"/>
              </a:buClr>
              <a:buFont typeface="Wingdings" panose="05000000000000000000" pitchFamily="2" charset="2"/>
              <a:buChar char="l"/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1614416"/>
            <a:ext cx="350759" cy="1826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0" y="3440528"/>
            <a:ext cx="350759" cy="1826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1841242" y="1614408"/>
            <a:ext cx="350759" cy="1826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1841241" y="3440520"/>
            <a:ext cx="350759" cy="1826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18936" y="5528338"/>
            <a:ext cx="10801146" cy="669262"/>
          </a:xfrm>
        </p:spPr>
        <p:txBody>
          <a:bodyPr anchor="t">
            <a:normAutofit/>
          </a:bodyPr>
          <a:lstStyle>
            <a:lvl1pPr algn="l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814955" y="5432328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77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ドーナツ 8"/>
          <p:cNvSpPr/>
          <p:nvPr userDrawn="1"/>
        </p:nvSpPr>
        <p:spPr>
          <a:xfrm>
            <a:off x="4175620" y="1825776"/>
            <a:ext cx="3840761" cy="3846189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6119715" y="1825775"/>
            <a:ext cx="1896665" cy="2105995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6015041" y="3670625"/>
            <a:ext cx="1896500" cy="2106177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4169858" y="3565968"/>
            <a:ext cx="1896665" cy="2105995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4274697" y="1720408"/>
            <a:ext cx="1896500" cy="2106177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8106398" y="2468358"/>
            <a:ext cx="3660724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8106398" y="1851330"/>
            <a:ext cx="3660724" cy="51546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8106398" y="4658601"/>
            <a:ext cx="3660724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8106398" y="4041574"/>
            <a:ext cx="3660724" cy="51546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424878" y="2477725"/>
            <a:ext cx="3660724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424878" y="1860698"/>
            <a:ext cx="3660724" cy="515469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424878" y="4667969"/>
            <a:ext cx="3660724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424878" y="4050941"/>
            <a:ext cx="3660724" cy="515469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67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4655715" y="3445426"/>
            <a:ext cx="2850563" cy="515469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133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6963291" y="2215289"/>
            <a:ext cx="900178" cy="90010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7195999" y="2425737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966172" y="4458922"/>
            <a:ext cx="900178" cy="90010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7198880" y="4669370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4362995" y="4458922"/>
            <a:ext cx="900178" cy="90010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4595703" y="4669370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4362995" y="2215289"/>
            <a:ext cx="900178" cy="90010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4595703" y="2425737"/>
            <a:ext cx="456282" cy="456243"/>
          </a:xfrm>
        </p:spPr>
        <p:txBody>
          <a:bodyPr>
            <a:normAutofit/>
          </a:bodyPr>
          <a:lstStyle>
            <a:lvl1pPr>
              <a:defRPr sz="1067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8177125" y="2413574"/>
            <a:ext cx="2160427" cy="480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77125" y="4592064"/>
            <a:ext cx="2160427" cy="480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849098" y="4606064"/>
            <a:ext cx="2160427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849098" y="2408923"/>
            <a:ext cx="2160427" cy="48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19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1" name="ドーナツ 7"/>
          <p:cNvSpPr/>
          <p:nvPr userDrawn="1"/>
        </p:nvSpPr>
        <p:spPr>
          <a:xfrm>
            <a:off x="2528604" y="1447543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4736617" y="2156346"/>
            <a:ext cx="2717708" cy="2789393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7454325" y="2977198"/>
            <a:ext cx="1917951" cy="196854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8803786" y="1317168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564629" y="1592484"/>
            <a:ext cx="1917951" cy="196854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9790844" y="3233872"/>
            <a:ext cx="2147433" cy="2204076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208519" y="3242191"/>
            <a:ext cx="2176466" cy="223387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334757" y="5331725"/>
            <a:ext cx="5527957" cy="964442"/>
          </a:xfrm>
        </p:spPr>
        <p:txBody>
          <a:bodyPr anchor="t">
            <a:normAutofit/>
          </a:bodyPr>
          <a:lstStyle>
            <a:lvl1pPr algn="ctr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5015257" y="5261406"/>
            <a:ext cx="2160427" cy="48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5240119" y="3275110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2871653" y="2306745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572754" y="4101393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847780" y="2306745"/>
            <a:ext cx="1311441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7757580" y="3692502"/>
            <a:ext cx="1311441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33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9168021" y="2185628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0149663" y="4078176"/>
            <a:ext cx="1429796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84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7209538" y="3040746"/>
            <a:ext cx="2194268" cy="2194077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1683533" y="1924353"/>
            <a:ext cx="554347" cy="5542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95225" y="1845924"/>
            <a:ext cx="793652" cy="7935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4720123" y="2062238"/>
            <a:ext cx="2750695" cy="2750457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2749637" y="1744130"/>
            <a:ext cx="2194268" cy="2194077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877344" y="3393611"/>
            <a:ext cx="1744586" cy="1748975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492051" y="2189233"/>
            <a:ext cx="1744586" cy="1748975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0109020" y="3013527"/>
            <a:ext cx="1849521" cy="184936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8541947" y="1632580"/>
            <a:ext cx="2014029" cy="2013854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285128" y="3505084"/>
            <a:ext cx="866321" cy="86624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4081856" y="3938207"/>
            <a:ext cx="676409" cy="6763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7833395" y="1929359"/>
            <a:ext cx="793652" cy="7935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1083397" y="2362358"/>
            <a:ext cx="277173" cy="27714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1340954" y="1539210"/>
            <a:ext cx="549846" cy="54979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9548961" y="4446207"/>
            <a:ext cx="696439" cy="69637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0383943" y="1738687"/>
            <a:ext cx="629679" cy="62962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7470818" y="2561025"/>
            <a:ext cx="452541" cy="45250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2375224" y="2312541"/>
            <a:ext cx="277173" cy="27714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9222250" y="3981997"/>
            <a:ext cx="529775" cy="52972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612457" y="4318642"/>
            <a:ext cx="529775" cy="52972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srgbClr val="5BB8D1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5239599" y="2721925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4943905" y="3151701"/>
            <a:ext cx="226563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2948091" y="2062238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825692" y="2492014"/>
            <a:ext cx="201282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7422659" y="3363291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7300261" y="3793067"/>
            <a:ext cx="2012823" cy="1100756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877344" y="3996195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492051" y="2784820"/>
            <a:ext cx="1711744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8626300" y="2361641"/>
            <a:ext cx="1844247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0114294" y="3670796"/>
            <a:ext cx="1844247" cy="51546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199834" y="5331725"/>
            <a:ext cx="9783595" cy="964442"/>
          </a:xfrm>
        </p:spPr>
        <p:txBody>
          <a:bodyPr anchor="t">
            <a:normAutofit/>
          </a:bodyPr>
          <a:lstStyle>
            <a:lvl1pPr algn="ctr">
              <a:defRPr sz="1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5015257" y="5261406"/>
            <a:ext cx="2160427" cy="480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52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6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5199275" y="2236384"/>
            <a:ext cx="1792391" cy="303642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0885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2133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359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433195" y="1940835"/>
            <a:ext cx="4512761" cy="4512369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334860" y="1508786"/>
            <a:ext cx="960190" cy="960107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5063144" y="4511094"/>
            <a:ext cx="624123" cy="624069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5052119" y="5301210"/>
            <a:ext cx="935533" cy="935451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406874" y="1508786"/>
            <a:ext cx="816161" cy="960107"/>
          </a:xfrm>
        </p:spPr>
        <p:txBody>
          <a:bodyPr anchor="ctr">
            <a:noAutofit/>
          </a:bodyPr>
          <a:lstStyle>
            <a:lvl1pPr algn="ctr">
              <a:defRPr sz="3601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2305423" y="3429250"/>
            <a:ext cx="768309" cy="768242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77158" y="4293096"/>
            <a:ext cx="4224835" cy="672075"/>
          </a:xfrm>
        </p:spPr>
        <p:txBody>
          <a:bodyPr anchor="ctr">
            <a:normAutofit/>
          </a:bodyPr>
          <a:lstStyle>
            <a:lvl1pPr algn="ctr">
              <a:defRPr sz="2933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288037" y="5532123"/>
            <a:ext cx="790183" cy="790115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391070" y="1248654"/>
            <a:ext cx="528104" cy="528058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651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7170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2159221" y="932723"/>
            <a:ext cx="2160427" cy="4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1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9960745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5" y="-9732"/>
            <a:ext cx="12191999" cy="1181307"/>
          </a:xfrm>
          <a:prstGeom prst="rect">
            <a:avLst/>
          </a:prstGeom>
          <a:solidFill>
            <a:srgbClr val="273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3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4373"/>
            <a:ext cx="105156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600" y="6466116"/>
            <a:ext cx="2743200" cy="281437"/>
          </a:xfrm>
        </p:spPr>
        <p:txBody>
          <a:bodyPr/>
          <a:lstStyle>
            <a:lvl1pPr>
              <a:defRPr>
                <a:solidFill>
                  <a:srgbClr val="576973"/>
                </a:solidFill>
              </a:defRPr>
            </a:lvl1pPr>
          </a:lstStyle>
          <a:p>
            <a:pPr marL="0" marR="0" lvl="0" indent="0" algn="l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133" b="0" i="0" u="none" strike="noStrike" kern="1200" cap="none" spc="0" normalizeH="0" baseline="0" noProof="0" smtClean="0">
                <a:ln>
                  <a:noFill/>
                </a:ln>
                <a:solidFill>
                  <a:srgbClr val="576973"/>
                </a:solidFill>
                <a:effectLst/>
                <a:uLnTx/>
                <a:uFillTx/>
                <a:latin typeface="Open Sans"/>
                <a:cs typeface="+mn-cs"/>
              </a:rPr>
              <a:t>your date here</a:t>
            </a:r>
            <a:endParaRPr kumimoji="1" lang="en-US" sz="2133" b="0" i="0" u="none" strike="noStrike" kern="1200" cap="none" spc="0" normalizeH="0" baseline="0" noProof="0">
              <a:ln>
                <a:noFill/>
              </a:ln>
              <a:solidFill>
                <a:srgbClr val="576973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66116"/>
            <a:ext cx="4114800" cy="281437"/>
          </a:xfrm>
        </p:spPr>
        <p:txBody>
          <a:bodyPr/>
          <a:lstStyle>
            <a:lvl1pPr>
              <a:defRPr>
                <a:solidFill>
                  <a:srgbClr val="576973"/>
                </a:solidFill>
              </a:defRPr>
            </a:lvl1pPr>
          </a:lstStyle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333" b="0" i="0" u="none" strike="noStrike" kern="1200" cap="none" spc="0" normalizeH="0" baseline="0" noProof="0" smtClean="0">
                <a:ln>
                  <a:noFill/>
                </a:ln>
                <a:solidFill>
                  <a:srgbClr val="576973"/>
                </a:solidFill>
                <a:effectLst/>
                <a:uLnTx/>
                <a:uFillTx/>
                <a:latin typeface="Route 159 UltraLight"/>
                <a:cs typeface="+mn-cs"/>
              </a:rPr>
              <a:t>större - a multipurpose PowerPoint template</a:t>
            </a:r>
            <a:endParaRPr kumimoji="1" lang="en-US" sz="1333" b="0" i="0" u="none" strike="noStrike" kern="1200" cap="none" spc="0" normalizeH="0" baseline="0" noProof="0">
              <a:ln>
                <a:noFill/>
              </a:ln>
              <a:solidFill>
                <a:srgbClr val="576973"/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66202" y="6466116"/>
            <a:ext cx="2743200" cy="281437"/>
          </a:xfrm>
        </p:spPr>
        <p:txBody>
          <a:bodyPr/>
          <a:lstStyle>
            <a:lvl1pPr algn="r">
              <a:defRPr>
                <a:solidFill>
                  <a:srgbClr val="576973"/>
                </a:solidFill>
              </a:defRPr>
            </a:lvl1pPr>
          </a:lstStyle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8DBF4-37B7-4C4F-9728-A1C100B177EE}" type="slidenum">
              <a:rPr kumimoji="1" lang="en-US" sz="1867" b="0" i="0" u="none" strike="noStrike" kern="1200" cap="none" spc="0" normalizeH="0" baseline="0" noProof="0" smtClean="0">
                <a:ln>
                  <a:noFill/>
                </a:ln>
                <a:solidFill>
                  <a:srgbClr val="576973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en-US" sz="1867" b="0" i="0" u="none" strike="noStrike" kern="1200" cap="none" spc="0" normalizeH="0" baseline="0" noProof="0">
              <a:ln>
                <a:noFill/>
              </a:ln>
              <a:solidFill>
                <a:srgbClr val="576973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6766560"/>
            <a:ext cx="12192000" cy="91440"/>
            <a:chOff x="0" y="4480421"/>
            <a:chExt cx="12192000" cy="91440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4480421"/>
              <a:ext cx="2439924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2439924" y="4480421"/>
              <a:ext cx="2439924" cy="9144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4879848" y="4480421"/>
              <a:ext cx="2439924" cy="914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7319772" y="4480421"/>
              <a:ext cx="2439924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9759696" y="4480421"/>
              <a:ext cx="2432304" cy="914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7142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6"/>
          <p:cNvSpPr txBox="1">
            <a:spLocks noGrp="1"/>
          </p:cNvSpPr>
          <p:nvPr>
            <p:ph type="title"/>
          </p:nvPr>
        </p:nvSpPr>
        <p:spPr>
          <a:xfrm>
            <a:off x="9556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522268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7045796" y="0"/>
            <a:ext cx="4267202" cy="685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7283753" y="1283569"/>
            <a:ext cx="3791285" cy="289872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999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283753" y="4069978"/>
            <a:ext cx="3791285" cy="807577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933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613795" y="6425934"/>
            <a:ext cx="432000" cy="432067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181795" y="5993868"/>
            <a:ext cx="432000" cy="432067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613795" y="5561801"/>
            <a:ext cx="432000" cy="432067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5749794" y="6425934"/>
            <a:ext cx="432000" cy="432067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04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8799DA-D24F-47F8-9A28-F5FA1404B739}" type="datetimeFigureOut">
              <a:rPr kumimoji="0" lang="fr-FR" sz="1800" b="0" i="0" u="none" strike="noStrike" kern="1200" cap="none" spc="0" normalizeH="0" baseline="0" noProof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30/04/2025</a:t>
            </a:fld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33" b="0" i="0" u="none" strike="noStrike" kern="1200" cap="none" spc="0" normalizeH="0" baseline="0" noProof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E2E4B8-91DF-4FBF-9FAB-819EB0AEA34F}" type="slidenum">
              <a:rPr kumimoji="0" lang="fr-FR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34761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9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4878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4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48788" name="Rectangle 1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48789" name="Rectangle 4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57924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8" y="164639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4857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8" y="932724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48578" name="Rectangle 4"/>
          <p:cNvSpPr/>
          <p:nvPr userDrawn="1"/>
        </p:nvSpPr>
        <p:spPr>
          <a:xfrm>
            <a:off x="1" y="2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4439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3174"/>
            <a:ext cx="10515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större - a multipurpose PowerPoint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8DBF4-37B7-4C4F-9728-A1C100B177EE}" type="slidenum">
              <a:rPr kumimoji="0" 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66560"/>
            <a:ext cx="12192000" cy="91440"/>
            <a:chOff x="0" y="4480421"/>
            <a:chExt cx="12192000" cy="9144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4480421"/>
              <a:ext cx="2439924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2439924" y="4480421"/>
              <a:ext cx="2439924" cy="9144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4879848" y="4480421"/>
              <a:ext cx="2439924" cy="914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319772" y="4480421"/>
              <a:ext cx="2439924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759696" y="4480421"/>
              <a:ext cx="2432304" cy="914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20" name="Rectangle 19"/>
          <p:cNvSpPr/>
          <p:nvPr userDrawn="1"/>
        </p:nvSpPr>
        <p:spPr>
          <a:xfrm>
            <a:off x="6" y="-9732"/>
            <a:ext cx="12191999" cy="1181307"/>
          </a:xfrm>
          <a:prstGeom prst="rect">
            <a:avLst/>
          </a:prstGeom>
          <a:solidFill>
            <a:srgbClr val="273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838200" y="244373"/>
            <a:ext cx="105156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06957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65C9E1-6621-4182-8902-0F26D3A31514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l" defTabSz="10885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4/30/2025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42A718-4B6A-426C-87B0-EDD8B353F2B9}" type="slidenum">
              <a:rPr kumimoji="0" lang="en-US" sz="1867" b="0" i="0" u="none" strike="noStrike" kern="1200" cap="none" spc="0" normalizeH="0" baseline="0" noProof="0" smtClean="0">
                <a:ln>
                  <a:noFill/>
                </a:ln>
                <a:solidFill>
                  <a:srgbClr val="19426B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0197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65C9E1-6621-4182-8902-0F26D3A31514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4/30/2025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42A718-4B6A-426C-87B0-EDD8B353F2B9}" type="slidenum">
              <a:rPr kumimoji="0" 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730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9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4862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4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48627" name="Rectangle 1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48628" name="Rectangle 4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24882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Rectangle 3"/>
          <p:cNvSpPr/>
          <p:nvPr userDrawn="1"/>
        </p:nvSpPr>
        <p:spPr>
          <a:xfrm>
            <a:off x="-196" y="711249"/>
            <a:ext cx="12192000" cy="1824203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4858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28734"/>
            <a:ext cx="12192000" cy="7680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04858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96" y="1796818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48585" name="Rectangle 4"/>
          <p:cNvSpPr/>
          <p:nvPr userDrawn="1"/>
        </p:nvSpPr>
        <p:spPr>
          <a:xfrm>
            <a:off x="5039883" y="0"/>
            <a:ext cx="2016224" cy="260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5869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56399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6920" y="782320"/>
            <a:ext cx="4482872" cy="5471965"/>
          </a:xfrm>
        </p:spPr>
        <p:txBody>
          <a:bodyPr>
            <a:normAutofit/>
          </a:bodyPr>
          <a:lstStyle>
            <a:lvl1pPr algn="ctr">
              <a:defRPr sz="64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7006968" y="630960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333" b="0" i="0" u="none" strike="noStrike" kern="1200" cap="none" spc="0" normalizeH="0" baseline="0" noProof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0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5423867" y="860918"/>
            <a:ext cx="432085" cy="4320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1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7" name="円/楕円 6"/>
          <p:cNvSpPr/>
          <p:nvPr userDrawn="1"/>
        </p:nvSpPr>
        <p:spPr>
          <a:xfrm>
            <a:off x="5423867" y="1768178"/>
            <a:ext cx="432085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8" name="円/楕円 7"/>
          <p:cNvSpPr/>
          <p:nvPr userDrawn="1"/>
        </p:nvSpPr>
        <p:spPr>
          <a:xfrm>
            <a:off x="5423867" y="2675438"/>
            <a:ext cx="432085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3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5423867" y="3582698"/>
            <a:ext cx="432085" cy="43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4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423867" y="4489958"/>
            <a:ext cx="432085" cy="432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5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5423867" y="5397219"/>
            <a:ext cx="432085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6</a:t>
            </a:r>
            <a:endParaRPr kumimoji="1" lang="ja-JP" altLang="en-US" sz="21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000740" y="692696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000740" y="1172749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6000740" y="5234790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6000740" y="5714843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6000740" y="1601115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000740" y="2081168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00740" y="2509534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000740" y="2989587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6000740" y="3417952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00740" y="3898005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000740" y="4326371"/>
            <a:ext cx="5520334" cy="624069"/>
          </a:xfrm>
        </p:spPr>
        <p:txBody>
          <a:bodyPr anchor="b">
            <a:normAutofit/>
          </a:bodyPr>
          <a:lstStyle>
            <a:lvl1pPr algn="l">
              <a:defRPr sz="24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000740" y="4806424"/>
            <a:ext cx="5520334" cy="402456"/>
          </a:xfrm>
        </p:spPr>
        <p:txBody>
          <a:bodyPr anchor="t">
            <a:normAutofit/>
          </a:bodyPr>
          <a:lstStyle>
            <a:lvl1pPr algn="l">
              <a:defRPr sz="1333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25054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0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92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Title 1"/>
          <p:cNvSpPr>
            <a:spLocks noGrp="1"/>
          </p:cNvSpPr>
          <p:nvPr>
            <p:ph type="ctrTitle" hasCustomPrompt="1"/>
          </p:nvPr>
        </p:nvSpPr>
        <p:spPr>
          <a:xfrm>
            <a:off x="1005833" y="4039821"/>
            <a:ext cx="10587547" cy="1628852"/>
          </a:xfrm>
          <a:noFill/>
          <a:effectLst/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effectLst>
                  <a:outerShdw blurRad="76200" dist="38100" dir="3000000" algn="ctr" rotWithShape="0">
                    <a:schemeClr val="tx1">
                      <a:alpha val="41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48812" name="Subtitle 2"/>
          <p:cNvSpPr>
            <a:spLocks noGrp="1"/>
          </p:cNvSpPr>
          <p:nvPr>
            <p:ph type="subTitle" idx="1"/>
          </p:nvPr>
        </p:nvSpPr>
        <p:spPr>
          <a:xfrm>
            <a:off x="1005833" y="2614573"/>
            <a:ext cx="10587547" cy="814427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3733" b="0" i="0">
                <a:solidFill>
                  <a:schemeClr val="bg2">
                    <a:lumMod val="1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488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74F12-AA26-4AC8-9962-C36BB8F32554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4/30/2025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488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10488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2CCC60-E8CD-4174-8B1A-7DF615B22EEF}" type="slidenum">
              <a:rPr kumimoji="0" 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00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B30CB-5653-4622-9EBC-378C7EE9F8BD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A5275-5714-4F7F-9546-EAEF8880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9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0" y="0"/>
            <a:ext cx="12192000" cy="745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048598" y="164638"/>
            <a:ext cx="9567208" cy="80210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7005935" y="6309239"/>
            <a:ext cx="3860800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marR="0" lvl="0" indent="0" algn="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33" b="0" i="0" u="none" strike="noStrike" kern="1200" cap="none" spc="0" normalizeH="0" baseline="0" noProof="0" smtClean="0">
                <a:ln>
                  <a:noFill/>
                </a:ln>
                <a:solidFill>
                  <a:srgbClr val="1C1C1C">
                    <a:tint val="75000"/>
                  </a:srgbClr>
                </a:solidFill>
                <a:effectLst/>
                <a:uLnTx/>
                <a:uFillTx/>
                <a:latin typeface="Route 159 UltraLight"/>
                <a:cs typeface="+mn-cs"/>
              </a:rPr>
              <a:t>The Power of PowerPoint | thepopp.com</a:t>
            </a:r>
            <a:endParaRPr kumimoji="1" lang="ja-JP" altLang="en-US" sz="1333" b="0" i="0" u="none" strike="noStrike" kern="1200" cap="none" spc="0" normalizeH="0" baseline="0" noProof="0" dirty="0">
              <a:ln>
                <a:noFill/>
              </a:ln>
              <a:solidFill>
                <a:srgbClr val="1C1C1C">
                  <a:tint val="75000"/>
                </a:srgbClr>
              </a:solidFill>
              <a:effectLst/>
              <a:uLnTx/>
              <a:uFillTx/>
              <a:latin typeface="Route 159 UltraLight"/>
              <a:cs typeface="+mn-cs"/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55534" y="905648"/>
            <a:ext cx="384076" cy="384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31596" y="0"/>
            <a:ext cx="912180" cy="681270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681974" y="681271"/>
            <a:ext cx="528104" cy="52805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207829" y="149092"/>
            <a:ext cx="661953" cy="66189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1022059" y="6100230"/>
            <a:ext cx="289591" cy="2895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435106" y="6111048"/>
            <a:ext cx="720142" cy="72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0860585" y="6469495"/>
            <a:ext cx="480095" cy="388506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1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35106" y="6288526"/>
            <a:ext cx="720142" cy="365125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1867">
                <a:solidFill>
                  <a:schemeClr val="bg1"/>
                </a:solidFill>
              </a:defRPr>
            </a:lvl1pPr>
          </a:lstStyle>
          <a:p>
            <a:pPr marL="0" marR="0" lvl="0" indent="0" algn="ctr" defTabSz="10885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459DFB-86F3-43FA-8567-2EA6E426AE90}" type="slidenum">
              <a:rPr kumimoji="1" lang="ja-JP" altLang="en-US" sz="1867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pPr marL="0" marR="0" lvl="0" indent="0" algn="ctr" defTabSz="10885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1" lang="ja-JP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127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dt="0"/>
  <p:txStyles>
    <p:titleStyle>
      <a:lvl1pPr algn="l" defTabSz="1088556" rtl="0" eaLnBrk="1" latinLnBrk="0" hangingPunct="1">
        <a:spcBef>
          <a:spcPct val="0"/>
        </a:spcBef>
        <a:buNone/>
        <a:defRPr kumimoji="1" sz="4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088556" rtl="0" eaLnBrk="1" latinLnBrk="0" hangingPunct="1">
        <a:lnSpc>
          <a:spcPct val="120000"/>
        </a:lnSpc>
        <a:spcBef>
          <a:spcPts val="800"/>
        </a:spcBef>
        <a:buFont typeface="Arial" panose="020B0604020202020204" pitchFamily="34" charset="0"/>
        <a:buNone/>
        <a:defRPr kumimoji="1" sz="16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884452" indent="-340174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334" kern="1200">
          <a:solidFill>
            <a:schemeClr val="tx1"/>
          </a:solidFill>
          <a:latin typeface="+mn-lt"/>
          <a:ea typeface="+mn-ea"/>
          <a:cs typeface="+mn-cs"/>
        </a:defRPr>
      </a:lvl2pPr>
      <a:lvl3pPr marL="136069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67" kern="1200">
          <a:solidFill>
            <a:schemeClr val="tx1"/>
          </a:solidFill>
          <a:latin typeface="+mn-lt"/>
          <a:ea typeface="+mn-ea"/>
          <a:cs typeface="+mn-cs"/>
        </a:defRPr>
      </a:lvl3pPr>
      <a:lvl4pPr marL="1904973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251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530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08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85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64" indent="-272139" algn="l" defTabSz="108855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278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4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2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1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5669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9946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4225" algn="l" defTabSz="1088556" rtl="0" eaLnBrk="1" latinLnBrk="0" hangingPunct="1"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58.xml"/><Relationship Id="rId16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0.png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1.png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4.png"/><Relationship Id="rId4" Type="http://schemas.openxmlformats.org/officeDocument/2006/relationships/image" Target="../media/image22.wmf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31.wmf"/><Relationship Id="rId3" Type="http://schemas.openxmlformats.org/officeDocument/2006/relationships/image" Target="../media/image27.png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3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A90115C-8157-4BEC-AD41-974D22746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572" y="2816455"/>
            <a:ext cx="4125434" cy="16190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134976" tIns="70188" rIns="134976" bIns="70188">
            <a:spAutoFit/>
          </a:bodyPr>
          <a:lstStyle/>
          <a:p>
            <a:pPr marL="457200" marR="0" lvl="0" indent="-457200" algn="ctr" defTabSz="13714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40000"/>
                </a:solidFill>
                <a:effectLst/>
                <a:uLnTx/>
                <a:uFillTx/>
                <a:latin typeface="Times New Roman" pitchFamily="18" charset="0"/>
                <a:cs typeface="Arial"/>
              </a:rPr>
              <a:t>Analyse factorielle </a:t>
            </a:r>
          </a:p>
          <a:p>
            <a:pPr marL="0" marR="0" lvl="0" indent="0" algn="ctr" defTabSz="13714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40000"/>
                </a:solidFill>
                <a:effectLst/>
                <a:uLnTx/>
                <a:uFillTx/>
                <a:latin typeface="Times New Roman" pitchFamily="18" charset="0"/>
                <a:cs typeface="Arial"/>
              </a:rPr>
              <a:t>Discriminante </a:t>
            </a:r>
          </a:p>
          <a:p>
            <a:pPr marL="0" marR="0" lvl="0" indent="0" algn="ctr" defTabSz="13714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40000"/>
                </a:solidFill>
                <a:effectLst/>
                <a:uLnTx/>
                <a:uFillTx/>
                <a:latin typeface="Times New Roman" pitchFamily="18" charset="0"/>
                <a:cs typeface="Arial"/>
              </a:rPr>
              <a:t>AFD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28294A0-51AA-4EC2-B41B-ED117394BE7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5330" y="1673062"/>
            <a:ext cx="1036661" cy="8142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82B273F-1EEA-4049-987A-A4343D63BCFF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11050" y="4528508"/>
            <a:ext cx="1425354" cy="10945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0212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6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4024" y="57813"/>
            <a:ext cx="96904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Analyse Factorielle Discriminante</a:t>
            </a:r>
            <a:r>
              <a:rPr kumimoji="1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 : </a:t>
            </a:r>
            <a:r>
              <a:rPr kumimoji="1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Algorithme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251642" y="6058762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11750" y="6529696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922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</a:t>
              </a:r>
              <a:r>
                <a:rPr kumimoji="0" lang="fr-FR" sz="12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         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</a:t>
              </a:r>
              <a:r>
                <a:rPr kumimoji="0" lang="it-IT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Route 159 UltraLight"/>
                  <a:cs typeface="+mn-cs"/>
                </a:rPr>
                <a:t> – </a:t>
              </a:r>
              <a:r>
                <a:rPr kumimoji="0" lang="it-IT" sz="12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Route 159 UltraLight"/>
                  <a:cs typeface="+mn-cs"/>
                </a:rPr>
                <a:t>AFD                        </a:t>
              </a:r>
              <a:r>
                <a:rPr kumimoji="0" lang="it-IT" sz="12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Route 159 UltraLight"/>
                  <a:cs typeface="Arial"/>
                </a:rPr>
                <a:t>              </a:t>
              </a:r>
              <a:r>
                <a:rPr kumimoji="0" lang="fr-FR" sz="1200" b="1" i="0" u="none" strike="noStrike" kern="1200" cap="none" spc="0" normalizeH="0" baseline="0" noProof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Année:2024/2025     </a:t>
              </a:r>
              <a:r>
                <a:rPr kumimoji="0" lang="fr-FR" sz="1200" b="1" i="0" u="none" strike="noStrike" kern="1200" cap="none" spc="0" normalizeH="0" baseline="0" noProof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</a:t>
              </a:r>
              <a:r>
                <a:rPr kumimoji="0" lang="fr-FR" sz="1200" b="1" i="0" u="none" strike="noStrike" kern="1200" cap="none" spc="-135" normalizeH="0" baseline="0" noProof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                </a:t>
              </a:r>
              <a:r>
                <a:rPr kumimoji="0" lang="fr-FR" sz="1200" b="1" i="0" u="none" strike="noStrike" kern="1200" cap="none" spc="-90" normalizeH="0" baseline="0" noProof="0" smtClean="0">
                  <a:ln>
                    <a:noFill/>
                  </a:ln>
                  <a:solidFill>
                    <a:srgbClr val="132D5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                              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234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8286" y="443262"/>
            <a:ext cx="11397672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fr-FR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Préparation des données: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Matrice  X de taille n X P (n individus avec p variables)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Vecteur y de taille n (labels des groupes)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2) Calcul de la matrice de disperssion: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CE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Matrice intra-classe W (within group scatter):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Où Ck est le centro</a:t>
            </a:r>
            <a:r>
              <a:rPr kumimoji="0" lang="it-IT" alt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ï</a:t>
            </a: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 du groupe k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D497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Matrice Inter-classe B(Between group scatter):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Où </a:t>
            </a: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 </a:t>
            </a:r>
            <a:r>
              <a:rPr kumimoji="0" lang="it-IT" alt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 le </a:t>
            </a: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centro</a:t>
            </a: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ï</a:t>
            </a: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global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 nk la taille du groupek</a:t>
            </a:r>
            <a:endParaRPr kumimoji="0" lang="it-IT" altLang="fr-FR" sz="2400" b="1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3) Résolution du problème aux valeurs propres: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Objectif: Trouver les vecteurs propres «a» maximisant le ratio de Fisher: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Solution: Diagonaliser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Valeurs propres       mesurant la qualité de séparation. a axes discriminants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4) Sélection des axes discriminants:-  Trier les valeurs par ordre décroissant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Garder les q premiers axes (q&lt;=Min(K-1,p))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5) Projection des données: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it-IT" altLang="fr-FR" sz="2400" b="1" i="0" u="none" strike="noStrike" kern="1200" cap="none" spc="0" normalizeH="0" baseline="0" noProof="0" dirty="0" smtClean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it-IT" altLang="fr-FR" sz="2400" b="1" i="0" u="none" strike="noStrike" kern="1200" cap="none" spc="0" normalizeH="0" baseline="0" noProof="0" dirty="0" smtClean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fr-FR" sz="2400" b="1" i="0" u="none" strike="noStrike" kern="1200" cap="none" spc="0" normalizeH="0" baseline="0" noProof="0" dirty="0" smtClean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719933" y="2743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/>
        </p:nvGraphicFramePr>
        <p:xfrm>
          <a:off x="7036852" y="1813730"/>
          <a:ext cx="2791712" cy="75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Équation" r:id="rId3" imgW="1778000" imgH="469900" progId="Equation.3">
                  <p:embed/>
                </p:oleObj>
              </mc:Choice>
              <mc:Fallback>
                <p:oleObj name="Équation" r:id="rId3" imgW="1778000" imgH="469900" progId="Equation.3">
                  <p:embed/>
                  <p:pic>
                    <p:nvPicPr>
                      <p:cNvPr id="4" name="Obje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6852" y="1813730"/>
                        <a:ext cx="2791712" cy="7577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19933" y="30564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/>
        </p:nvGraphicFramePr>
        <p:xfrm>
          <a:off x="7004317" y="2669503"/>
          <a:ext cx="2856782" cy="757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Équation" r:id="rId5" imgW="1676400" imgH="431800" progId="Equation.3">
                  <p:embed/>
                </p:oleObj>
              </mc:Choice>
              <mc:Fallback>
                <p:oleObj name="Équation" r:id="rId5" imgW="1676400" imgH="431800" progId="Equation.3">
                  <p:embed/>
                  <p:pic>
                    <p:nvPicPr>
                      <p:cNvPr id="6" name="Obje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317" y="2669503"/>
                        <a:ext cx="2856782" cy="75748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/>
        </p:nvGraphicFramePr>
        <p:xfrm>
          <a:off x="10050871" y="3895714"/>
          <a:ext cx="1434757" cy="915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Équation" r:id="rId7" imgW="736600" imgH="457200" progId="Equation.3">
                  <p:embed/>
                </p:oleObj>
              </mc:Choice>
              <mc:Fallback>
                <p:oleObj name="Équation" r:id="rId7" imgW="736600" imgH="457200" progId="Equation.3">
                  <p:embed/>
                  <p:pic>
                    <p:nvPicPr>
                      <p:cNvPr id="8" name="Obje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0871" y="3895714"/>
                        <a:ext cx="1434757" cy="915276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/>
          <p:cNvGraphicFramePr>
            <a:graphicFrameLocks noChangeAspect="1"/>
          </p:cNvGraphicFramePr>
          <p:nvPr/>
        </p:nvGraphicFramePr>
        <p:xfrm>
          <a:off x="3707346" y="4554665"/>
          <a:ext cx="774807" cy="42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Équation" r:id="rId9" imgW="380835" imgH="203112" progId="Equation.3">
                  <p:embed/>
                </p:oleObj>
              </mc:Choice>
              <mc:Fallback>
                <p:oleObj name="Équation" r:id="rId9" imgW="380835" imgH="203112" progId="Equation.3">
                  <p:embed/>
                  <p:pic>
                    <p:nvPicPr>
                      <p:cNvPr id="9" name="Obje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346" y="4554665"/>
                        <a:ext cx="774807" cy="426144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/>
          <p:cNvGraphicFramePr>
            <a:graphicFrameLocks noChangeAspect="1"/>
          </p:cNvGraphicFramePr>
          <p:nvPr/>
        </p:nvGraphicFramePr>
        <p:xfrm>
          <a:off x="4628761" y="4554664"/>
          <a:ext cx="2375556" cy="454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Équation" r:id="rId11" imgW="952087" imgH="203112" progId="Equation.3">
                  <p:embed/>
                </p:oleObj>
              </mc:Choice>
              <mc:Fallback>
                <p:oleObj name="Équation" r:id="rId11" imgW="952087" imgH="203112" progId="Equation.3">
                  <p:embed/>
                  <p:pic>
                    <p:nvPicPr>
                      <p:cNvPr id="18" name="Obje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8761" y="4554664"/>
                        <a:ext cx="2375556" cy="454144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 26"/>
          <p:cNvGraphicFramePr>
            <a:graphicFrameLocks noChangeAspect="1"/>
          </p:cNvGraphicFramePr>
          <p:nvPr/>
        </p:nvGraphicFramePr>
        <p:xfrm>
          <a:off x="2811933" y="4900549"/>
          <a:ext cx="342353" cy="43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Équation" r:id="rId13" imgW="139680" imgH="177480" progId="Equation.3">
                  <p:embed/>
                </p:oleObj>
              </mc:Choice>
              <mc:Fallback>
                <p:oleObj name="Équation" r:id="rId13" imgW="139680" imgH="177480" progId="Equation.3">
                  <p:embed/>
                  <p:pic>
                    <p:nvPicPr>
                      <p:cNvPr id="27" name="Objet 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11933" y="4900549"/>
                        <a:ext cx="342353" cy="435722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29" name="Objet 28"/>
          <p:cNvGraphicFramePr>
            <a:graphicFrameLocks noChangeAspect="1"/>
          </p:cNvGraphicFramePr>
          <p:nvPr/>
        </p:nvGraphicFramePr>
        <p:xfrm>
          <a:off x="3897812" y="5994545"/>
          <a:ext cx="1677208" cy="44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Équation" r:id="rId15" imgW="889000" imgH="228600" progId="Equation.3">
                  <p:embed/>
                </p:oleObj>
              </mc:Choice>
              <mc:Fallback>
                <p:oleObj name="Équation" r:id="rId15" imgW="889000" imgH="228600" progId="Equation.3">
                  <p:embed/>
                  <p:pic>
                    <p:nvPicPr>
                      <p:cNvPr id="29" name="Obje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7812" y="5994545"/>
                        <a:ext cx="1677208" cy="44326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821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1012" y="384984"/>
            <a:ext cx="21918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AFD-Exemple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251642" y="6058762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11750" y="6529696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92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 Discriminante</a:t>
              </a:r>
              <a:r>
                <a:rPr kumimoji="0" lang="it-IT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Route 159 UltraLight"/>
                  <a:cs typeface="+mn-cs"/>
                </a:rPr>
                <a:t>           </a:t>
              </a:r>
              <a:r>
                <a:rPr kumimoji="0" lang="it-IT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Route 159 UltraLight"/>
                  <a:cs typeface="Arial"/>
                </a:rPr>
                <a:t>                                    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Année:2024/2025     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</a:t>
              </a:r>
              <a:r>
                <a:rPr kumimoji="0" lang="fr-FR" sz="1200" b="1" i="0" u="none" strike="noStrike" kern="1200" cap="none" spc="-135" normalizeH="0" baseline="0" noProof="0" dirty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                </a:t>
              </a:r>
              <a:r>
                <a:rPr kumimoji="0" lang="fr-FR" sz="1200" b="1" i="0" u="none" strike="noStrike" kern="1200" cap="none" spc="-90" normalizeH="0" baseline="0" noProof="0" dirty="0" smtClean="0">
                  <a:ln>
                    <a:noFill/>
                  </a:ln>
                  <a:solidFill>
                    <a:srgbClr val="132D5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                              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236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1104900"/>
            <a:ext cx="63722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6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72282" y="107710"/>
            <a:ext cx="2606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AFD: Exemple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251642" y="6069395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93734" y="6521398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79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</a:t>
              </a:r>
              <a:r>
                <a:rPr kumimoji="0" lang="fr-FR" sz="12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        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Chapitre5: Etude de </a:t>
              </a:r>
              <a:r>
                <a:rPr kumimoji="0" lang="fr-FR" sz="1200" b="1" i="0" u="none" strike="noStrike" kern="1200" cap="none" spc="0" normalizeH="0" baseline="0" noProof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cas                                             </a:t>
              </a:r>
              <a:r>
                <a:rPr kumimoji="0" lang="fr-FR" sz="1200" b="1" i="0" u="none" strike="noStrike" kern="1200" cap="none" spc="0" normalizeH="0" baseline="0" noProof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                       Année:2024/2025     </a:t>
              </a:r>
              <a:r>
                <a:rPr kumimoji="0" lang="fr-FR" sz="1200" b="1" i="0" u="none" strike="noStrike" kern="1200" cap="none" spc="0" normalizeH="0" baseline="0" noProof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</a:t>
              </a:r>
              <a:r>
                <a:rPr kumimoji="0" lang="fr-FR" sz="1200" b="1" i="0" u="none" strike="noStrike" kern="1200" cap="none" spc="-135" normalizeH="0" baseline="0" noProof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                </a:t>
              </a:r>
              <a:r>
                <a:rPr kumimoji="0" lang="fr-FR" sz="1200" b="1" i="0" u="none" strike="noStrike" kern="1200" cap="none" spc="-90" normalizeH="0" baseline="0" noProof="0" smtClean="0">
                  <a:ln>
                    <a:noFill/>
                  </a:ln>
                  <a:solidFill>
                    <a:srgbClr val="132D5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                              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237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04" y="620237"/>
            <a:ext cx="10696575" cy="48008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04" y="5410385"/>
            <a:ext cx="1069657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251642" y="6069395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93734" y="6521398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79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 </a:t>
              </a:r>
              <a:r>
                <a:rPr kumimoji="0" lang="fr-FR" sz="1200" b="1" i="1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           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 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Discriminante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                                                     Année:2024/2025     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</a:t>
              </a:r>
              <a:r>
                <a:rPr kumimoji="0" lang="fr-FR" sz="1200" b="1" i="0" u="none" strike="noStrike" kern="1200" cap="none" spc="-135" normalizeH="0" baseline="0" noProof="0" dirty="0" smtClean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                </a:t>
              </a:r>
              <a:r>
                <a:rPr kumimoji="0" lang="fr-FR" sz="1200" b="1" i="0" u="none" strike="noStrike" kern="1200" cap="none" spc="-90" normalizeH="0" baseline="0" noProof="0" dirty="0" smtClean="0">
                  <a:ln>
                    <a:noFill/>
                  </a:ln>
                  <a:solidFill>
                    <a:srgbClr val="132D5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                                      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238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58534" y="83326"/>
            <a:ext cx="2606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AFD: Exemple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787" y="1795254"/>
            <a:ext cx="8534400" cy="4686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55961" y="421880"/>
            <a:ext cx="62061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alt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CE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Etape2: Matrice </a:t>
            </a:r>
            <a:r>
              <a:rPr kumimoji="0" lang="it-IT" alt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ACE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intra-classe W (within group scatter):</a:t>
            </a:r>
          </a:p>
        </p:txBody>
      </p:sp>
      <p:graphicFrame>
        <p:nvGraphicFramePr>
          <p:cNvPr id="18" name="Objet 17"/>
          <p:cNvGraphicFramePr>
            <a:graphicFrameLocks noChangeAspect="1"/>
          </p:cNvGraphicFramePr>
          <p:nvPr/>
        </p:nvGraphicFramePr>
        <p:xfrm>
          <a:off x="2427787" y="934706"/>
          <a:ext cx="2791712" cy="75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Équation" r:id="rId4" imgW="1778000" imgH="469900" progId="Equation.3">
                  <p:embed/>
                </p:oleObj>
              </mc:Choice>
              <mc:Fallback>
                <p:oleObj name="Équation" r:id="rId4" imgW="1778000" imgH="469900" progId="Equation.3">
                  <p:embed/>
                  <p:pic>
                    <p:nvPicPr>
                      <p:cNvPr id="18" name="Obje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787" y="934706"/>
                        <a:ext cx="2791712" cy="75775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968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251642" y="6069395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93734" y="6521398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92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</a:t>
              </a:r>
              <a:r>
                <a:rPr kumimoji="0" lang="fr-FR" sz="1200" b="1" i="1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            </a:t>
              </a: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 Discriminante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                                                     Année:2024/2025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239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58534" y="83326"/>
            <a:ext cx="2606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AFD: Exemple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616" y="1033352"/>
            <a:ext cx="798195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2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251642" y="6069395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93734" y="6521398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79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           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 Discriminante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                                                     Année:2024/2025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240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58534" y="83326"/>
            <a:ext cx="2606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AFD: Exemple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151" y="1033352"/>
            <a:ext cx="853440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9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251642" y="6069395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93734" y="6521398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79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           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 Discriminante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                                                     Année:2024/2025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240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58534" y="83326"/>
            <a:ext cx="2606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AFD: Exemple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52067" y="421880"/>
            <a:ext cx="5613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alt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CE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Matrice </a:t>
            </a:r>
            <a:r>
              <a:rPr kumimoji="0" lang="it-IT" alt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00ACE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intra-classe W (within group scatter):</a:t>
            </a:r>
          </a:p>
        </p:txBody>
      </p:sp>
      <p:graphicFrame>
        <p:nvGraphicFramePr>
          <p:cNvPr id="19" name="Objet 18"/>
          <p:cNvGraphicFramePr>
            <a:graphicFrameLocks noChangeAspect="1"/>
          </p:cNvGraphicFramePr>
          <p:nvPr/>
        </p:nvGraphicFramePr>
        <p:xfrm>
          <a:off x="3200784" y="1248796"/>
          <a:ext cx="3388551" cy="919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Équation" r:id="rId3" imgW="1778000" imgH="469900" progId="Equation.3">
                  <p:embed/>
                </p:oleObj>
              </mc:Choice>
              <mc:Fallback>
                <p:oleObj name="Équation" r:id="rId3" imgW="1778000" imgH="469900" progId="Equation.3">
                  <p:embed/>
                  <p:pic>
                    <p:nvPicPr>
                      <p:cNvPr id="19" name="Obje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784" y="1248796"/>
                        <a:ext cx="3388551" cy="919749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350" y="2390775"/>
            <a:ext cx="81153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67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251642" y="6069395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93734" y="6521398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79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           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 Discriminante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                                                     Année:2024/2025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240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58534" y="83326"/>
            <a:ext cx="2606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AFD: Exemple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22221" y="689670"/>
            <a:ext cx="40283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D497C"/>
                </a:solidFill>
                <a:effectLst/>
                <a:uLnTx/>
                <a:uFillTx/>
                <a:latin typeface="Open Sans"/>
                <a:cs typeface="+mn-cs"/>
              </a:rPr>
              <a:t>Étape 3 : Matrice Interclasse </a:t>
            </a:r>
            <a:r>
              <a:rPr kumimoji="0" 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D497C"/>
                </a:solidFill>
                <a:effectLst/>
                <a:uLnTx/>
                <a:uFillTx/>
                <a:latin typeface="Open Sans"/>
                <a:cs typeface="+mn-cs"/>
              </a:rPr>
              <a:t>B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D497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18" name="Objet 17"/>
          <p:cNvGraphicFramePr>
            <a:graphicFrameLocks noChangeAspect="1"/>
          </p:cNvGraphicFramePr>
          <p:nvPr/>
        </p:nvGraphicFramePr>
        <p:xfrm>
          <a:off x="2788477" y="1340323"/>
          <a:ext cx="3762091" cy="997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Équation" r:id="rId3" imgW="1676400" imgH="431800" progId="Equation.3">
                  <p:embed/>
                </p:oleObj>
              </mc:Choice>
              <mc:Fallback>
                <p:oleObj name="Équation" r:id="rId3" imgW="1676400" imgH="431800" progId="Equation.3">
                  <p:embed/>
                  <p:pic>
                    <p:nvPicPr>
                      <p:cNvPr id="18" name="Obje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8477" y="1340323"/>
                        <a:ext cx="3762091" cy="997524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88" y="2944698"/>
            <a:ext cx="106870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7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251642" y="6069395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93734" y="6521398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79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           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 Discriminante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                                                     Année:2024/2025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240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58534" y="83326"/>
            <a:ext cx="2606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AFD: Exemple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91616" y="606546"/>
            <a:ext cx="3786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Étape 4 : Diagonalisation </a:t>
            </a:r>
            <a:r>
              <a:rPr kumimoji="0" 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de 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/>
        </p:nvGraphicFramePr>
        <p:xfrm>
          <a:off x="5857886" y="547325"/>
          <a:ext cx="835146" cy="45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Équation" r:id="rId3" imgW="380880" imgH="203040" progId="Equation.3">
                  <p:embed/>
                </p:oleObj>
              </mc:Choice>
              <mc:Fallback>
                <p:oleObj name="Équation" r:id="rId3" imgW="380880" imgH="203040" progId="Equation.3">
                  <p:embed/>
                  <p:pic>
                    <p:nvPicPr>
                      <p:cNvPr id="5" name="Obje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6" y="547325"/>
                        <a:ext cx="835146" cy="459331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332667" y="1745473"/>
            <a:ext cx="20585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a</a:t>
            </a: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) Inverse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de </a:t>
            </a: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W</a:t>
            </a: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080" y="1433462"/>
            <a:ext cx="4686300" cy="12668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32667" y="2844927"/>
            <a:ext cx="1666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b</a:t>
            </a: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) Produit de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18" name="Objet 17"/>
          <p:cNvGraphicFramePr>
            <a:graphicFrameLocks noChangeAspect="1"/>
          </p:cNvGraphicFramePr>
          <p:nvPr/>
        </p:nvGraphicFramePr>
        <p:xfrm>
          <a:off x="3217507" y="2783022"/>
          <a:ext cx="835146" cy="45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Équation" r:id="rId6" imgW="380880" imgH="203040" progId="Equation.3">
                  <p:embed/>
                </p:oleObj>
              </mc:Choice>
              <mc:Fallback>
                <p:oleObj name="Équation" r:id="rId6" imgW="380880" imgH="203040" progId="Equation.3">
                  <p:embed/>
                  <p:pic>
                    <p:nvPicPr>
                      <p:cNvPr id="18" name="Obje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507" y="2783022"/>
                        <a:ext cx="835146" cy="459331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Imag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8367" y="3400288"/>
            <a:ext cx="7810500" cy="92392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332667" y="4566353"/>
            <a:ext cx="2370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c</a:t>
            </a: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) Valeurs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propres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 :</a:t>
            </a:r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8920" y="4466945"/>
            <a:ext cx="58864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2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251642" y="6069395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93734" y="6521398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79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           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 Discriminante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                                                     Année:2024/2025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240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58534" y="83326"/>
            <a:ext cx="2606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AFD: Exemple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79" y="1787734"/>
            <a:ext cx="6696075" cy="287655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191616" y="991596"/>
            <a:ext cx="2543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d) Vecteurs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propres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423822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251642" y="6069395"/>
            <a:ext cx="10516608" cy="779265"/>
            <a:chOff x="0" y="6117846"/>
            <a:chExt cx="9108504" cy="747303"/>
          </a:xfrm>
        </p:grpSpPr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0" y="6529696"/>
              <a:ext cx="3360450" cy="335453"/>
            </a:xfrm>
            <a:prstGeom prst="rect">
              <a:avLst/>
            </a:prstGeom>
            <a:solidFill>
              <a:srgbClr val="193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3" name="Rectangle 12"/>
            <p:cNvSpPr>
              <a:spLocks/>
            </p:cNvSpPr>
            <p:nvPr/>
          </p:nvSpPr>
          <p:spPr bwMode="auto">
            <a:xfrm>
              <a:off x="3093734" y="6521398"/>
              <a:ext cx="3360450" cy="33545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6372199" y="6528566"/>
              <a:ext cx="2736305" cy="324847"/>
            </a:xfrm>
            <a:prstGeom prst="rect">
              <a:avLst/>
            </a:prstGeom>
            <a:solidFill>
              <a:srgbClr val="D6A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32" tIns="45716" rIns="91432" bIns="45716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27146"/>
              <a:ext cx="9036496" cy="279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930368" algn="l"/>
                  <a:tab pos="3771837" algn="l"/>
                  <a:tab pos="4317928" algn="l"/>
                </a:tabLst>
                <a:defRPr/>
              </a:pPr>
              <a:r>
                <a:rPr kumimoji="0" lang="fr-FR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Route 159 UltraLight"/>
                  <a:ea typeface="Meiryo"/>
                  <a:cs typeface="Arial"/>
                </a:rPr>
                <a:t>D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Dr N.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NEGGAZ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cs typeface="+mn-cs"/>
                </a:rPr>
                <a:t>-Maître de Conférences –A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</a:t>
              </a:r>
              <a:r>
                <a:rPr kumimoji="0" lang="fr-F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           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 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Calibri"/>
                  <a:ea typeface="Meiryo"/>
                  <a:cs typeface="Arial"/>
                </a:rPr>
                <a:t>Chapitre4: Analyse Factorielle Discriminante</a:t>
              </a: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63560"/>
                  </a:solidFill>
                  <a:effectLst/>
                  <a:uLnTx/>
                  <a:uFillTx/>
                  <a:latin typeface="Open Sans"/>
                  <a:ea typeface="Meiryo"/>
                  <a:cs typeface="Arial"/>
                </a:rPr>
                <a:t>                                                       Année:2024/2025</a:t>
              </a: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Route 159 UltraLight"/>
                <a:ea typeface="Times New Roman"/>
                <a:cs typeface="Arial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0" y="6117846"/>
              <a:ext cx="184730" cy="584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32" tIns="45716" rIns="91432" bIns="4571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endParaRPr>
            </a:p>
          </p:txBody>
        </p:sp>
      </p:grpSp>
      <p:sp>
        <p:nvSpPr>
          <p:cNvPr id="17" name="Espace réservé du numéro de diapositive 3"/>
          <p:cNvSpPr txBox="1">
            <a:spLocks/>
          </p:cNvSpPr>
          <p:nvPr/>
        </p:nvSpPr>
        <p:spPr>
          <a:xfrm>
            <a:off x="11444426" y="6279326"/>
            <a:ext cx="720142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cs typeface="+mn-cs"/>
              </a:rPr>
              <a:t>240</a:t>
            </a:r>
            <a:endParaRPr kumimoji="1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58534" y="83326"/>
            <a:ext cx="26060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Open Sans"/>
                <a:ea typeface="Calibri" panose="020F0502020204030204" pitchFamily="34" charset="0"/>
                <a:cs typeface="Arial" panose="020B0604020202020204" pitchFamily="34" charset="0"/>
              </a:rPr>
              <a:t>AFD: Exemple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65450" y="421880"/>
            <a:ext cx="4405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Étape 5 : Projection et Interprétation</a:t>
            </a: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921" y="1947189"/>
            <a:ext cx="5541340" cy="2876550"/>
          </a:xfrm>
          <a:prstGeom prst="rect">
            <a:avLst/>
          </a:prstGeom>
        </p:spPr>
      </p:pic>
      <p:graphicFrame>
        <p:nvGraphicFramePr>
          <p:cNvPr id="5" name="Objet 4"/>
          <p:cNvGraphicFramePr>
            <a:graphicFrameLocks noChangeAspect="1"/>
          </p:cNvGraphicFramePr>
          <p:nvPr/>
        </p:nvGraphicFramePr>
        <p:xfrm>
          <a:off x="2191616" y="1133908"/>
          <a:ext cx="840263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Équation" r:id="rId4" imgW="3809880" imgH="215640" progId="Equation.3">
                  <p:embed/>
                </p:oleObj>
              </mc:Choice>
              <mc:Fallback>
                <p:oleObj name="Équation" r:id="rId4" imgW="3809880" imgH="215640" progId="Equation.3">
                  <p:embed/>
                  <p:pic>
                    <p:nvPicPr>
                      <p:cNvPr id="5" name="Obje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1616" y="1133908"/>
                        <a:ext cx="8402637" cy="490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865877" y="2071065"/>
            <a:ext cx="2762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a) Axes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discriminants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 :</a:t>
            </a:r>
          </a:p>
        </p:txBody>
      </p:sp>
      <p:graphicFrame>
        <p:nvGraphicFramePr>
          <p:cNvPr id="20" name="Objet 19"/>
          <p:cNvGraphicFramePr>
            <a:graphicFrameLocks noChangeAspect="1"/>
          </p:cNvGraphicFramePr>
          <p:nvPr/>
        </p:nvGraphicFramePr>
        <p:xfrm>
          <a:off x="1006384" y="2868607"/>
          <a:ext cx="2560842" cy="457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Équation" r:id="rId6" imgW="1244060" imgH="215806" progId="Equation.3">
                  <p:embed/>
                </p:oleObj>
              </mc:Choice>
              <mc:Fallback>
                <p:oleObj name="Équation" r:id="rId6" imgW="1244060" imgH="215806" progId="Equation.3">
                  <p:embed/>
                  <p:pic>
                    <p:nvPicPr>
                      <p:cNvPr id="20" name="Obje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384" y="2868607"/>
                        <a:ext cx="2560842" cy="4572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102936" y="374746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/>
        </p:nvGraphicFramePr>
        <p:xfrm>
          <a:off x="1006384" y="3686052"/>
          <a:ext cx="2560842" cy="426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Équation" r:id="rId8" imgW="1333500" imgH="215900" progId="Equation.3">
                  <p:embed/>
                </p:oleObj>
              </mc:Choice>
              <mc:Fallback>
                <p:oleObj name="Équation" r:id="rId8" imgW="1333500" imgH="215900" progId="Equation.3">
                  <p:embed/>
                  <p:pic>
                    <p:nvPicPr>
                      <p:cNvPr id="8" name="Obje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384" y="3686052"/>
                        <a:ext cx="2560842" cy="4268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815147" y="5009459"/>
            <a:ext cx="50122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b</a:t>
            </a:r>
            <a:r>
              <a:rPr kumimoji="0" 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) Projection des individus/</a:t>
            </a:r>
            <a:r>
              <a:rPr kumimoji="0" lang="fr-F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centro</a:t>
            </a:r>
            <a:r>
              <a:rPr kumimoji="0" lang="fr-FR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ïde</a:t>
            </a:r>
            <a:r>
              <a:rPr kumimoji="0" lang="fr-FR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 </a:t>
            </a:r>
            <a:r>
              <a:rPr kumimoji="0" lang="fr-FR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Open Sans"/>
                <a:cs typeface="+mn-cs"/>
              </a:rPr>
              <a:t>: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25" name="Objet 24"/>
          <p:cNvGraphicFramePr>
            <a:graphicFrameLocks noChangeAspect="1"/>
          </p:cNvGraphicFramePr>
          <p:nvPr/>
        </p:nvGraphicFramePr>
        <p:xfrm>
          <a:off x="5849222" y="5006810"/>
          <a:ext cx="1677208" cy="44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Équation" r:id="rId10" imgW="889000" imgH="228600" progId="Equation.3">
                  <p:embed/>
                </p:oleObj>
              </mc:Choice>
              <mc:Fallback>
                <p:oleObj name="Équation" r:id="rId10" imgW="889000" imgH="228600" progId="Equation.3">
                  <p:embed/>
                  <p:pic>
                    <p:nvPicPr>
                      <p:cNvPr id="25" name="Obje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222" y="5006810"/>
                        <a:ext cx="1677208" cy="44326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2858443" y="56694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Open Sans"/>
              <a:cs typeface="+mn-cs"/>
            </a:endParaRPr>
          </a:p>
        </p:txBody>
      </p:sp>
      <p:graphicFrame>
        <p:nvGraphicFramePr>
          <p:cNvPr id="26" name="Objet 25"/>
          <p:cNvGraphicFramePr>
            <a:graphicFrameLocks noChangeAspect="1"/>
          </p:cNvGraphicFramePr>
          <p:nvPr/>
        </p:nvGraphicFramePr>
        <p:xfrm>
          <a:off x="7936667" y="4982279"/>
          <a:ext cx="1746348" cy="459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Équation" r:id="rId12" imgW="965200" imgH="254000" progId="Equation.3">
                  <p:embed/>
                </p:oleObj>
              </mc:Choice>
              <mc:Fallback>
                <p:oleObj name="Équation" r:id="rId12" imgW="965200" imgH="254000" progId="Equation.3">
                  <p:embed/>
                  <p:pic>
                    <p:nvPicPr>
                      <p:cNvPr id="26" name="Obje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6667" y="4982279"/>
                        <a:ext cx="1746348" cy="45956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405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Microsoft Office PowerPoint</Application>
  <PresentationFormat>Grand écran</PresentationFormat>
  <Paragraphs>64</Paragraphs>
  <Slides>12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16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31" baseType="lpstr">
      <vt:lpstr>Arial</vt:lpstr>
      <vt:lpstr>Calibri</vt:lpstr>
      <vt:lpstr>Calibri Light</vt:lpstr>
      <vt:lpstr>Meiryo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Spica Neue</vt:lpstr>
      <vt:lpstr>Spica Neue Light</vt:lpstr>
      <vt:lpstr>Times New Roman</vt:lpstr>
      <vt:lpstr>Tw Cen MT</vt:lpstr>
      <vt:lpstr>Wingdings</vt:lpstr>
      <vt:lpstr>Thème Office</vt:lpstr>
      <vt:lpstr>4_Vega - Header</vt:lpstr>
      <vt:lpstr>Microsoft Equation 3.0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Administrator</dc:creator>
  <cp:lastModifiedBy>Administrator</cp:lastModifiedBy>
  <cp:revision>1</cp:revision>
  <dcterms:created xsi:type="dcterms:W3CDTF">2025-04-30T06:34:17Z</dcterms:created>
  <dcterms:modified xsi:type="dcterms:W3CDTF">2025-04-30T06:34:31Z</dcterms:modified>
</cp:coreProperties>
</file>